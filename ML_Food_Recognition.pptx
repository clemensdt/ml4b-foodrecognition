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4"/>
  </p:sldMasterIdLst>
  <p:notesMasterIdLst>
    <p:notesMasterId r:id="rId10"/>
  </p:notesMasterIdLst>
  <p:handoutMasterIdLst>
    <p:handoutMasterId r:id="rId11"/>
  </p:handoutMasterIdLst>
  <p:sldIdLst>
    <p:sldId id="538" r:id="rId5"/>
    <p:sldId id="534" r:id="rId6"/>
    <p:sldId id="536" r:id="rId7"/>
    <p:sldId id="535" r:id="rId8"/>
    <p:sldId id="537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hlemann, Sophie" initials="KS" lastIdx="10" clrIdx="0">
    <p:extLst>
      <p:ext uri="{19B8F6BF-5375-455C-9EA6-DF929625EA0E}">
        <p15:presenceInfo xmlns:p15="http://schemas.microsoft.com/office/powerpoint/2012/main" userId="S-1-5-21-2445940274-3546290456-3766068514-36545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16A"/>
    <a:srgbClr val="00000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622A46-F601-6F45-8D0B-BEDC4CA51349}" v="112" dt="2026-06-25T14:14:17.507"/>
    <p1510:client id="{2D09ECB7-FB0D-AA24-0DD5-71CC724D87EA}" v="11" dt="2026-06-25T14:06:38.146"/>
    <p1510:client id="{4FC4FEE5-22FB-988C-452F-63C5FC9B2F11}" v="6" dt="2026-06-26T08:16:55.379"/>
    <p1510:client id="{6B1EFCFF-44F7-C3C9-C3DE-DC1A7D9D7BF9}" v="35" dt="2026-06-26T08:09:50.593"/>
    <p1510:client id="{779DA8A2-23F4-FF82-1BE4-CB1229336F91}" v="12" dt="2026-06-26T08:33:01.0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ittlere Formatvorlage 1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56"/>
    <p:restoredTop sz="94696"/>
  </p:normalViewPr>
  <p:slideViewPr>
    <p:cSldViewPr snapToGrid="0">
      <p:cViewPr>
        <p:scale>
          <a:sx n="119" d="100"/>
          <a:sy n="119" d="100"/>
        </p:scale>
        <p:origin x="45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2C9555C-46DE-4406-8ABE-45349F520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4F3B590-57A4-4D61-9607-3C2EA36AB1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CE87A-16FF-4C7D-8292-0CB980715C8B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C6DC5A1-1CCC-484A-AB24-DCA2F05D59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4041CFA-48F6-4759-86C7-790FC637E9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F6222-CCA6-4FA7-88E0-B7BAE53645A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32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ECA62E-2216-4960-A875-4D2633F4A404}" type="datetimeFigureOut">
              <a:rPr lang="de-DE" smtClean="0"/>
              <a:t>26.06.2026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93703-73BA-47D5-8B02-C172375928D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331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bil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platzhalter 167">
            <a:extLst>
              <a:ext uri="{FF2B5EF4-FFF2-40B4-BE49-F238E27FC236}">
                <a16:creationId xmlns:a16="http://schemas.microsoft.com/office/drawing/2014/main" id="{91CA67B1-C872-42F5-99A5-C31B319F69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165" name="Bildplatzhalter 60">
            <a:extLst>
              <a:ext uri="{FF2B5EF4-FFF2-40B4-BE49-F238E27FC236}">
                <a16:creationId xmlns:a16="http://schemas.microsoft.com/office/drawing/2014/main" id="{F018B551-27B5-4B00-BF39-7527999917A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1DC1BF-B7B9-4143-AFEB-7D1D6C73E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63" y="2913731"/>
            <a:ext cx="4979505" cy="1030539"/>
          </a:xfrm>
        </p:spPr>
        <p:txBody>
          <a:bodyPr wrap="none" tIns="0" rIns="0"/>
          <a:lstStyle>
            <a:lvl1pPr algn="l">
              <a:lnSpc>
                <a:spcPct val="11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de-DE"/>
              <a:t>Willkommen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29994FB-5DBF-40C3-99B7-BCB45F80FCBA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B0B422D-422E-4796-8EA3-E0C93BC35646}"/>
              </a:ext>
            </a:extLst>
          </p:cNvPr>
          <p:cNvSpPr/>
          <p:nvPr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A67BB0E1-5E7F-46E5-9D87-74249FA80151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735EC3F0-D52F-43D8-9D20-FC4F70B192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D73E6E84-A759-4118-9971-2B614D3FE504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F1FCC803-A93B-423F-B835-B52876B2721B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4D29247-DB20-40F1-888F-155F9E5ABC8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5E32A3F3-E989-43F3-A16F-94173C632533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4D22F83-A0F5-4FE2-9D6C-012542F7E2B8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A2BC1BF-6FE4-4475-BE69-6D37CBD516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88D7DDBE-C865-4F05-B6F5-3E2BBB15FDA7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5BF365C6-4DF1-469F-A081-5BB98147233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A1C573-E95F-4CC5-A4BE-0E74960DBC2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02A35681-195F-407A-BB6C-7E3B4E241132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F6DC0B3-1B79-4824-B73B-DC9B7AA77A08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439D9EA3-D6F8-4D8A-8C91-B7BCDD4883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EF8776E0-353D-4DBE-918C-2BE4D9ED22C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B1A981A-C15F-48BC-856D-45BFDE402164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CA1B7D91-52B4-4C4E-9872-DAE627C5BDA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DD5301F3-CDC0-4F62-A7F3-64DF1FAFB6C3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5363AC9-A7FE-4ED9-A4AE-BF1F41479440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A5C058E5-1B77-4F37-8A90-6C2DB0C9F0D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3F3FD432-7B0C-441D-887D-260F088129D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11D3348D-CD05-48E5-89ED-528A62DA8118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8C904B9B-CFB8-4878-BE89-64B7783A68C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15810B6-1DFF-43DE-849F-E24988A1AC2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FDE3FDD-B76C-49E7-81B4-7302EAE01430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CC2966EC-F4C0-41FC-88ED-2E5F725EA0B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92230FDE-430C-429C-A396-DFCEF2CE147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53056242-C21F-4347-8E6E-305C959935E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ieren 84">
            <a:extLst>
              <a:ext uri="{FF2B5EF4-FFF2-40B4-BE49-F238E27FC236}">
                <a16:creationId xmlns:a16="http://schemas.microsoft.com/office/drawing/2014/main" id="{A954A2AB-7A1B-4F20-8556-0C283B584BE2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6" name="Gerader Verbinder 85">
              <a:extLst>
                <a:ext uri="{FF2B5EF4-FFF2-40B4-BE49-F238E27FC236}">
                  <a16:creationId xmlns:a16="http://schemas.microsoft.com/office/drawing/2014/main" id="{C31D32E9-A207-4C49-AAE0-5A541EE5B5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0027A521-04C3-4807-A55B-38087BBBA70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13" name="Grafik 3">
            <a:extLst>
              <a:ext uri="{FF2B5EF4-FFF2-40B4-BE49-F238E27FC236}">
                <a16:creationId xmlns:a16="http://schemas.microsoft.com/office/drawing/2014/main" id="{1809E430-A4A0-4F14-BD9A-92AA8E11E120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8F6D4EE4-085A-459C-82C9-AF72AB235F3A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D1EFA498-5D6C-4949-A057-45EACB161715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226BEB46-8DDC-4F31-84D5-43C1D428FD87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4E98491-A86C-43A3-8589-BB48949DBB2B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86586E11-2F38-4E90-98CE-782A08295553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F67D1AD5-99F8-4263-A1A6-71A982D72E61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BF8B1A12-11A7-42FF-8F31-2FFE11ECE0C2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5BF2A515-E766-41FF-8C27-C9003567EAC7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7F510EBB-F96A-4861-B8B5-E1218516CEB6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F4C5C431-4D27-4E94-8A72-9F5026A0DB92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C7807AF4-2931-4060-8651-FAE57D3A1697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0A540DAF-3F4A-4E60-AB20-08DE835AAC1F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B740F740-2C9D-4EB2-B492-298181006824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653C23F7-BCC6-448A-B74E-783CC86F6845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1884E293-5900-4629-A460-9B364230A0D1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623F20C0-5C72-4745-BADF-2EB5DE6FD209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81B2BEC0-46F8-4083-986B-0DCD70E8F6DB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A81ACECC-FB3B-4FA3-9E6E-79B4642A0158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39689E31-9B66-44E7-B47F-C666C38FB7EF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E38D45FB-93D8-44DA-AE4F-CA723C7C76CB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F690CF57-2C49-4051-84D6-F1216B22B26E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9FC1199D-1BE6-423F-ADAC-1B7CBAF1DB91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E7191C5F-FC93-4748-9A11-EDA7A6612882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4361EF3F-FE70-4257-87A6-E598180320B3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8" name="Freihandform: Form 237">
              <a:extLst>
                <a:ext uri="{FF2B5EF4-FFF2-40B4-BE49-F238E27FC236}">
                  <a16:creationId xmlns:a16="http://schemas.microsoft.com/office/drawing/2014/main" id="{C6AB41A3-EE45-4F8B-8561-4F2BFDDA1013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9" name="Freihandform: Form 238">
              <a:extLst>
                <a:ext uri="{FF2B5EF4-FFF2-40B4-BE49-F238E27FC236}">
                  <a16:creationId xmlns:a16="http://schemas.microsoft.com/office/drawing/2014/main" id="{3FC3A2DF-C2B1-4B25-B534-F5E1D59A3F0F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0" name="Freihandform: Form 239">
              <a:extLst>
                <a:ext uri="{FF2B5EF4-FFF2-40B4-BE49-F238E27FC236}">
                  <a16:creationId xmlns:a16="http://schemas.microsoft.com/office/drawing/2014/main" id="{E566DD13-4817-4C91-96FC-CBC0466BB0D8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1" name="Freihandform: Form 240">
              <a:extLst>
                <a:ext uri="{FF2B5EF4-FFF2-40B4-BE49-F238E27FC236}">
                  <a16:creationId xmlns:a16="http://schemas.microsoft.com/office/drawing/2014/main" id="{821DC2DB-ABD3-4652-A841-4D1E6F29828B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2" name="Freihandform: Form 241">
              <a:extLst>
                <a:ext uri="{FF2B5EF4-FFF2-40B4-BE49-F238E27FC236}">
                  <a16:creationId xmlns:a16="http://schemas.microsoft.com/office/drawing/2014/main" id="{2A137A4D-DCD1-498A-9B30-BA8A264D1628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3" name="Freihandform: Form 242">
              <a:extLst>
                <a:ext uri="{FF2B5EF4-FFF2-40B4-BE49-F238E27FC236}">
                  <a16:creationId xmlns:a16="http://schemas.microsoft.com/office/drawing/2014/main" id="{67736D99-481F-43E1-A439-6D53814FD4AF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4" name="Freihandform: Form 243">
              <a:extLst>
                <a:ext uri="{FF2B5EF4-FFF2-40B4-BE49-F238E27FC236}">
                  <a16:creationId xmlns:a16="http://schemas.microsoft.com/office/drawing/2014/main" id="{05A64505-32AC-4527-AEA0-AB1174EA690E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5" name="Freihandform: Form 244">
              <a:extLst>
                <a:ext uri="{FF2B5EF4-FFF2-40B4-BE49-F238E27FC236}">
                  <a16:creationId xmlns:a16="http://schemas.microsoft.com/office/drawing/2014/main" id="{C65FFDEA-1A26-4BE3-A84A-5A46C9E7B5FE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6" name="Freihandform: Form 245">
              <a:extLst>
                <a:ext uri="{FF2B5EF4-FFF2-40B4-BE49-F238E27FC236}">
                  <a16:creationId xmlns:a16="http://schemas.microsoft.com/office/drawing/2014/main" id="{CFC9BF65-D528-4810-BC56-4CD8988DC0C8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7" name="Freihandform: Form 246">
              <a:extLst>
                <a:ext uri="{FF2B5EF4-FFF2-40B4-BE49-F238E27FC236}">
                  <a16:creationId xmlns:a16="http://schemas.microsoft.com/office/drawing/2014/main" id="{BB62778A-CBC0-461E-B274-DB517F0546E3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8" name="Freihandform: Form 247">
              <a:extLst>
                <a:ext uri="{FF2B5EF4-FFF2-40B4-BE49-F238E27FC236}">
                  <a16:creationId xmlns:a16="http://schemas.microsoft.com/office/drawing/2014/main" id="{337ABDD6-BAFD-497D-BA4B-D32E663BBB93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49" name="Freihandform: Form 248">
              <a:extLst>
                <a:ext uri="{FF2B5EF4-FFF2-40B4-BE49-F238E27FC236}">
                  <a16:creationId xmlns:a16="http://schemas.microsoft.com/office/drawing/2014/main" id="{F912D02F-D665-4FC7-ACBE-AFD64A4892B2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0" name="Freihandform: Form 249">
              <a:extLst>
                <a:ext uri="{FF2B5EF4-FFF2-40B4-BE49-F238E27FC236}">
                  <a16:creationId xmlns:a16="http://schemas.microsoft.com/office/drawing/2014/main" id="{ED3D0B6C-CF30-40F6-9994-049DE2F09E77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1" name="Freihandform: Form 250">
              <a:extLst>
                <a:ext uri="{FF2B5EF4-FFF2-40B4-BE49-F238E27FC236}">
                  <a16:creationId xmlns:a16="http://schemas.microsoft.com/office/drawing/2014/main" id="{2F102745-C89E-4457-AB2E-9882F7EDF638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2" name="Freihandform: Form 251">
              <a:extLst>
                <a:ext uri="{FF2B5EF4-FFF2-40B4-BE49-F238E27FC236}">
                  <a16:creationId xmlns:a16="http://schemas.microsoft.com/office/drawing/2014/main" id="{20B8CF65-3C7E-40C9-9359-73514BB8968F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3" name="Freihandform: Form 252">
              <a:extLst>
                <a:ext uri="{FF2B5EF4-FFF2-40B4-BE49-F238E27FC236}">
                  <a16:creationId xmlns:a16="http://schemas.microsoft.com/office/drawing/2014/main" id="{C90F29F1-CEB1-4699-829E-DC7991CA70DB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4" name="Freihandform: Form 253">
              <a:extLst>
                <a:ext uri="{FF2B5EF4-FFF2-40B4-BE49-F238E27FC236}">
                  <a16:creationId xmlns:a16="http://schemas.microsoft.com/office/drawing/2014/main" id="{2DF19D42-3ABB-4580-B25F-F2837990BD84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5" name="Freihandform: Form 254">
              <a:extLst>
                <a:ext uri="{FF2B5EF4-FFF2-40B4-BE49-F238E27FC236}">
                  <a16:creationId xmlns:a16="http://schemas.microsoft.com/office/drawing/2014/main" id="{E5998662-7726-4AF1-B7A1-4A9F52203D33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6" name="Freihandform: Form 255">
              <a:extLst>
                <a:ext uri="{FF2B5EF4-FFF2-40B4-BE49-F238E27FC236}">
                  <a16:creationId xmlns:a16="http://schemas.microsoft.com/office/drawing/2014/main" id="{2C67B4C5-66E7-4334-907E-BD17FDCA901F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7" name="Freihandform: Form 256">
              <a:extLst>
                <a:ext uri="{FF2B5EF4-FFF2-40B4-BE49-F238E27FC236}">
                  <a16:creationId xmlns:a16="http://schemas.microsoft.com/office/drawing/2014/main" id="{D1D81AEF-2530-4F8A-A1BA-E124FBEB83E3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8" name="Freihandform: Form 257">
              <a:extLst>
                <a:ext uri="{FF2B5EF4-FFF2-40B4-BE49-F238E27FC236}">
                  <a16:creationId xmlns:a16="http://schemas.microsoft.com/office/drawing/2014/main" id="{91616AB2-66B8-4121-A36D-D023DFC7F416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59" name="Freihandform: Form 258">
              <a:extLst>
                <a:ext uri="{FF2B5EF4-FFF2-40B4-BE49-F238E27FC236}">
                  <a16:creationId xmlns:a16="http://schemas.microsoft.com/office/drawing/2014/main" id="{CF224488-73D5-498B-8A6F-E508395322D3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0" name="Freihandform: Form 259">
              <a:extLst>
                <a:ext uri="{FF2B5EF4-FFF2-40B4-BE49-F238E27FC236}">
                  <a16:creationId xmlns:a16="http://schemas.microsoft.com/office/drawing/2014/main" id="{3AE46D25-9359-4619-8055-B59B12C4E131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1" name="Freihandform: Form 260">
              <a:extLst>
                <a:ext uri="{FF2B5EF4-FFF2-40B4-BE49-F238E27FC236}">
                  <a16:creationId xmlns:a16="http://schemas.microsoft.com/office/drawing/2014/main" id="{06F838B5-38CC-47DF-BFBC-AF849845BCE1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2" name="Freihandform: Form 261">
              <a:extLst>
                <a:ext uri="{FF2B5EF4-FFF2-40B4-BE49-F238E27FC236}">
                  <a16:creationId xmlns:a16="http://schemas.microsoft.com/office/drawing/2014/main" id="{EFD7FED8-140E-49CE-846B-FEC793083645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3" name="Freihandform: Form 262">
              <a:extLst>
                <a:ext uri="{FF2B5EF4-FFF2-40B4-BE49-F238E27FC236}">
                  <a16:creationId xmlns:a16="http://schemas.microsoft.com/office/drawing/2014/main" id="{A901D558-23E5-4464-8A3C-15F371E6872B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4" name="Freihandform: Form 263">
              <a:extLst>
                <a:ext uri="{FF2B5EF4-FFF2-40B4-BE49-F238E27FC236}">
                  <a16:creationId xmlns:a16="http://schemas.microsoft.com/office/drawing/2014/main" id="{1707B2C4-8F71-403B-9E15-A9883B7C2A1C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5" name="Freihandform: Form 264">
              <a:extLst>
                <a:ext uri="{FF2B5EF4-FFF2-40B4-BE49-F238E27FC236}">
                  <a16:creationId xmlns:a16="http://schemas.microsoft.com/office/drawing/2014/main" id="{3A870182-1564-41CE-9E37-9ABD1DE9A6E3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6" name="Freihandform: Form 265">
              <a:extLst>
                <a:ext uri="{FF2B5EF4-FFF2-40B4-BE49-F238E27FC236}">
                  <a16:creationId xmlns:a16="http://schemas.microsoft.com/office/drawing/2014/main" id="{59DBD287-68CC-4F3F-90AB-A995B27E5A9B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7" name="Freihandform: Form 266">
              <a:extLst>
                <a:ext uri="{FF2B5EF4-FFF2-40B4-BE49-F238E27FC236}">
                  <a16:creationId xmlns:a16="http://schemas.microsoft.com/office/drawing/2014/main" id="{B6287DF6-CA02-4DE1-AD71-4BF62EBE6396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8" name="Freihandform: Form 267">
              <a:extLst>
                <a:ext uri="{FF2B5EF4-FFF2-40B4-BE49-F238E27FC236}">
                  <a16:creationId xmlns:a16="http://schemas.microsoft.com/office/drawing/2014/main" id="{A455995B-FF19-4248-94F5-EA453F5182BC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69" name="Freihandform: Form 268">
              <a:extLst>
                <a:ext uri="{FF2B5EF4-FFF2-40B4-BE49-F238E27FC236}">
                  <a16:creationId xmlns:a16="http://schemas.microsoft.com/office/drawing/2014/main" id="{2A24E77D-343F-423D-A124-23142B96164A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0" name="Freihandform: Form 269">
              <a:extLst>
                <a:ext uri="{FF2B5EF4-FFF2-40B4-BE49-F238E27FC236}">
                  <a16:creationId xmlns:a16="http://schemas.microsoft.com/office/drawing/2014/main" id="{83AE92AB-068D-4D77-910A-C243DEA3B7D8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1" name="Freihandform: Form 270">
              <a:extLst>
                <a:ext uri="{FF2B5EF4-FFF2-40B4-BE49-F238E27FC236}">
                  <a16:creationId xmlns:a16="http://schemas.microsoft.com/office/drawing/2014/main" id="{71B3082D-B364-404C-8EE0-64D1F1F07577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2" name="Freihandform: Form 271">
              <a:extLst>
                <a:ext uri="{FF2B5EF4-FFF2-40B4-BE49-F238E27FC236}">
                  <a16:creationId xmlns:a16="http://schemas.microsoft.com/office/drawing/2014/main" id="{91760FEA-4737-4183-8A29-75C45D9B69AB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3" name="Freihandform: Form 272">
              <a:extLst>
                <a:ext uri="{FF2B5EF4-FFF2-40B4-BE49-F238E27FC236}">
                  <a16:creationId xmlns:a16="http://schemas.microsoft.com/office/drawing/2014/main" id="{24BA7877-7B7C-4C99-A7FB-8D50CD60EB59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4" name="Freihandform: Form 273">
              <a:extLst>
                <a:ext uri="{FF2B5EF4-FFF2-40B4-BE49-F238E27FC236}">
                  <a16:creationId xmlns:a16="http://schemas.microsoft.com/office/drawing/2014/main" id="{CB08555D-77C4-4E49-9021-BEE8D3903ACB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5" name="Freihandform: Form 274">
              <a:extLst>
                <a:ext uri="{FF2B5EF4-FFF2-40B4-BE49-F238E27FC236}">
                  <a16:creationId xmlns:a16="http://schemas.microsoft.com/office/drawing/2014/main" id="{B95A74DD-3BCD-4CB1-9EC7-F904CAEFCB5B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6" name="Freihandform: Form 275">
              <a:extLst>
                <a:ext uri="{FF2B5EF4-FFF2-40B4-BE49-F238E27FC236}">
                  <a16:creationId xmlns:a16="http://schemas.microsoft.com/office/drawing/2014/main" id="{B756A931-26C4-46F3-AF51-F75487DE5C6F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7" name="Freihandform: Form 276">
              <a:extLst>
                <a:ext uri="{FF2B5EF4-FFF2-40B4-BE49-F238E27FC236}">
                  <a16:creationId xmlns:a16="http://schemas.microsoft.com/office/drawing/2014/main" id="{7EE99256-843E-4966-A958-37FF836D7C17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8" name="Freihandform: Form 277">
              <a:extLst>
                <a:ext uri="{FF2B5EF4-FFF2-40B4-BE49-F238E27FC236}">
                  <a16:creationId xmlns:a16="http://schemas.microsoft.com/office/drawing/2014/main" id="{C1566263-06A3-4DAE-81C0-6CD38991B895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79" name="Freihandform: Form 278">
              <a:extLst>
                <a:ext uri="{FF2B5EF4-FFF2-40B4-BE49-F238E27FC236}">
                  <a16:creationId xmlns:a16="http://schemas.microsoft.com/office/drawing/2014/main" id="{C35799A7-8D8C-4526-BFD3-2B76F61338E3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0" name="Freihandform: Form 279">
              <a:extLst>
                <a:ext uri="{FF2B5EF4-FFF2-40B4-BE49-F238E27FC236}">
                  <a16:creationId xmlns:a16="http://schemas.microsoft.com/office/drawing/2014/main" id="{A3C8438E-2478-4F49-9168-B8953F43F7B6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1" name="Freihandform: Form 280">
              <a:extLst>
                <a:ext uri="{FF2B5EF4-FFF2-40B4-BE49-F238E27FC236}">
                  <a16:creationId xmlns:a16="http://schemas.microsoft.com/office/drawing/2014/main" id="{79FA65E8-3B49-486C-BBA8-7D5BFAF50194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2" name="Freihandform: Form 281">
              <a:extLst>
                <a:ext uri="{FF2B5EF4-FFF2-40B4-BE49-F238E27FC236}">
                  <a16:creationId xmlns:a16="http://schemas.microsoft.com/office/drawing/2014/main" id="{C4A39B2C-6C0D-42F4-BC52-B3B451C480B1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3" name="Freihandform: Form 282">
              <a:extLst>
                <a:ext uri="{FF2B5EF4-FFF2-40B4-BE49-F238E27FC236}">
                  <a16:creationId xmlns:a16="http://schemas.microsoft.com/office/drawing/2014/main" id="{46BB5A8F-C21E-4D01-B431-807803FB5AD6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4" name="Freihandform: Form 283">
              <a:extLst>
                <a:ext uri="{FF2B5EF4-FFF2-40B4-BE49-F238E27FC236}">
                  <a16:creationId xmlns:a16="http://schemas.microsoft.com/office/drawing/2014/main" id="{E2B32CBE-81D4-4157-A204-C55B0BFC36FD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5" name="Freihandform: Form 284">
              <a:extLst>
                <a:ext uri="{FF2B5EF4-FFF2-40B4-BE49-F238E27FC236}">
                  <a16:creationId xmlns:a16="http://schemas.microsoft.com/office/drawing/2014/main" id="{11A2A934-6ABD-469C-A7DA-94052AA3ACD9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6" name="Freihandform: Form 285">
              <a:extLst>
                <a:ext uri="{FF2B5EF4-FFF2-40B4-BE49-F238E27FC236}">
                  <a16:creationId xmlns:a16="http://schemas.microsoft.com/office/drawing/2014/main" id="{3BB1BD05-C8A4-4547-A1A7-DBF8092E1E72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7" name="Freihandform: Form 286">
              <a:extLst>
                <a:ext uri="{FF2B5EF4-FFF2-40B4-BE49-F238E27FC236}">
                  <a16:creationId xmlns:a16="http://schemas.microsoft.com/office/drawing/2014/main" id="{0E2A3272-C104-4611-8721-06CADC35166A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8" name="Freihandform: Form 287">
              <a:extLst>
                <a:ext uri="{FF2B5EF4-FFF2-40B4-BE49-F238E27FC236}">
                  <a16:creationId xmlns:a16="http://schemas.microsoft.com/office/drawing/2014/main" id="{58991AAA-2773-4AF3-A0C0-BCBBC8236D08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89" name="Freihandform: Form 288">
              <a:extLst>
                <a:ext uri="{FF2B5EF4-FFF2-40B4-BE49-F238E27FC236}">
                  <a16:creationId xmlns:a16="http://schemas.microsoft.com/office/drawing/2014/main" id="{BE6DF724-2E49-4DC2-A0EC-8498D22EADAE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0" name="Freihandform: Form 289">
              <a:extLst>
                <a:ext uri="{FF2B5EF4-FFF2-40B4-BE49-F238E27FC236}">
                  <a16:creationId xmlns:a16="http://schemas.microsoft.com/office/drawing/2014/main" id="{6F2B2A44-D3B9-4839-8780-2523FC7C0CFA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1" name="Freihandform: Form 290">
              <a:extLst>
                <a:ext uri="{FF2B5EF4-FFF2-40B4-BE49-F238E27FC236}">
                  <a16:creationId xmlns:a16="http://schemas.microsoft.com/office/drawing/2014/main" id="{A7B61303-4423-4700-A145-E52E0AAF82EC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2" name="Freihandform: Form 291">
              <a:extLst>
                <a:ext uri="{FF2B5EF4-FFF2-40B4-BE49-F238E27FC236}">
                  <a16:creationId xmlns:a16="http://schemas.microsoft.com/office/drawing/2014/main" id="{CAA87110-575D-4D1F-A310-D946F13A5FF3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3" name="Freihandform: Form 292">
              <a:extLst>
                <a:ext uri="{FF2B5EF4-FFF2-40B4-BE49-F238E27FC236}">
                  <a16:creationId xmlns:a16="http://schemas.microsoft.com/office/drawing/2014/main" id="{284BB8DF-265D-4207-A163-D86AF4D1D7FF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4" name="Freihandform: Form 293">
              <a:extLst>
                <a:ext uri="{FF2B5EF4-FFF2-40B4-BE49-F238E27FC236}">
                  <a16:creationId xmlns:a16="http://schemas.microsoft.com/office/drawing/2014/main" id="{4DB9C8B7-8322-4B56-AFD9-905DC7EF49E5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95" name="Freihandform: Form 294">
              <a:extLst>
                <a:ext uri="{FF2B5EF4-FFF2-40B4-BE49-F238E27FC236}">
                  <a16:creationId xmlns:a16="http://schemas.microsoft.com/office/drawing/2014/main" id="{17E12F20-0FCA-412C-B4C2-F749AFFCAD6E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98526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B8C89-6DBD-454B-87F5-176A8C31E8C3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F8056C4-F1A1-4860-B863-70A38CCE20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A4B92765-C038-4DB7-B6CF-33827BB8741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B48DD939-0764-4598-B8A8-5EF7FD589A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0169AC75-2D8F-414A-A2F5-470DEC8B53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17" name="Textplatzhalter 6">
            <a:extLst>
              <a:ext uri="{FF2B5EF4-FFF2-40B4-BE49-F238E27FC236}">
                <a16:creationId xmlns:a16="http://schemas.microsoft.com/office/drawing/2014/main" id="{78F9E3F2-C660-4ABB-83AF-3F5B3E2F7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18" name="Textplatzhalter 6">
            <a:extLst>
              <a:ext uri="{FF2B5EF4-FFF2-40B4-BE49-F238E27FC236}">
                <a16:creationId xmlns:a16="http://schemas.microsoft.com/office/drawing/2014/main" id="{CAB2683D-D5E7-45B9-9133-F4CFD483FA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952E3AD3-9675-4713-A437-FEFA1B5400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1" name="Textplatzhalter 6">
            <a:extLst>
              <a:ext uri="{FF2B5EF4-FFF2-40B4-BE49-F238E27FC236}">
                <a16:creationId xmlns:a16="http://schemas.microsoft.com/office/drawing/2014/main" id="{1852432A-5FDF-42C2-BC07-F1752012B8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24" name="Textplatzhalter 6">
            <a:extLst>
              <a:ext uri="{FF2B5EF4-FFF2-40B4-BE49-F238E27FC236}">
                <a16:creationId xmlns:a16="http://schemas.microsoft.com/office/drawing/2014/main" id="{B2468A8B-4816-458C-AEB6-53AB9CF88AF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5" name="Textplatzhalter 6">
            <a:extLst>
              <a:ext uri="{FF2B5EF4-FFF2-40B4-BE49-F238E27FC236}">
                <a16:creationId xmlns:a16="http://schemas.microsoft.com/office/drawing/2014/main" id="{F92C0AC2-BCD1-47F5-99DB-35823E79AB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6E5C8951-ED83-4B8D-A041-11DC6291DD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36190" y="1632184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7D6B79FA-8C76-4CA9-AF55-F7541503ECB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06332" y="1632184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07 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89249A36-CB58-4007-8E81-30FA75194B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636190" y="2355533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953A9A61-99D0-44B5-89EB-1D1035F914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6332" y="2355533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08 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E80B7F99-D2A6-486E-BB92-8192AB563EF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36190" y="452558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C08D70F6-D151-42E1-8F5E-DD5ADD0927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06332" y="4525580"/>
            <a:ext cx="30784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11 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34991AD2-EBFD-4358-9611-2BE7F693C7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636190" y="3078882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E6132B6E-46AD-4F19-ACEF-FC5E2EBEEE7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06332" y="3078882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09 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5B29B58B-9C14-4145-95A8-C62AC51F1A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190" y="3802231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6DB4F9-1F61-4B1E-8694-CF32F6ABEB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06332" y="380223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10 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139CCA6-FA40-4FAD-991E-8F0D932F40B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36190" y="5248930"/>
            <a:ext cx="5039873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7" name="Textplatzhalter 6">
            <a:extLst>
              <a:ext uri="{FF2B5EF4-FFF2-40B4-BE49-F238E27FC236}">
                <a16:creationId xmlns:a16="http://schemas.microsoft.com/office/drawing/2014/main" id="{4ABC58A4-2FF6-4DD6-B7CE-07D57A9854B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06332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12 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83D1D4D-3108-48AF-9002-E2787CA1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37A4DE60-6537-42AA-B80E-663634EF66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9" name="Textplatzhalter 6">
            <a:extLst>
              <a:ext uri="{FF2B5EF4-FFF2-40B4-BE49-F238E27FC236}">
                <a16:creationId xmlns:a16="http://schemas.microsoft.com/office/drawing/2014/main" id="{D6F3326C-A71E-4096-84A9-CBF2623C8C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40" name="Textplatzhalter 6">
            <a:extLst>
              <a:ext uri="{FF2B5EF4-FFF2-40B4-BE49-F238E27FC236}">
                <a16:creationId xmlns:a16="http://schemas.microsoft.com/office/drawing/2014/main" id="{E6C7796D-6ED1-4B91-AD58-8FB5EA6F6F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86D31599-AF4C-4469-80F6-AA369A20BF0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</p:spTree>
    <p:extLst>
      <p:ext uri="{BB962C8B-B14F-4D97-AF65-F5344CB8AC3E}">
        <p14:creationId xmlns:p14="http://schemas.microsoft.com/office/powerpoint/2010/main" val="251941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|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35835-5467-E949-BC43-DBD795CC6E7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9" name="Bildplatzhalter 8">
            <a:extLst>
              <a:ext uri="{FF2B5EF4-FFF2-40B4-BE49-F238E27FC236}">
                <a16:creationId xmlns:a16="http://schemas.microsoft.com/office/drawing/2014/main" id="{C307E1A8-BB91-4A01-9481-49FD8B5663F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7ADEC47A-086D-40D0-ACA4-69135933812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06329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Textplatzhalter 6">
            <a:extLst>
              <a:ext uri="{FF2B5EF4-FFF2-40B4-BE49-F238E27FC236}">
                <a16:creationId xmlns:a16="http://schemas.microsoft.com/office/drawing/2014/main" id="{814385D7-3CBE-40E3-B67F-C8C515F3C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8060" y="235471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6" name="Textplatzhalter 6">
            <a:extLst>
              <a:ext uri="{FF2B5EF4-FFF2-40B4-BE49-F238E27FC236}">
                <a16:creationId xmlns:a16="http://schemas.microsoft.com/office/drawing/2014/main" id="{BF0108A6-83E5-4EB1-9FFE-599D1B8CC3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8318" y="235471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02 </a:t>
            </a:r>
          </a:p>
        </p:txBody>
      </p:sp>
      <p:sp>
        <p:nvSpPr>
          <p:cNvPr id="27" name="Textplatzhalter 6">
            <a:extLst>
              <a:ext uri="{FF2B5EF4-FFF2-40B4-BE49-F238E27FC236}">
                <a16:creationId xmlns:a16="http://schemas.microsoft.com/office/drawing/2014/main" id="{267C2477-3228-475F-AFD7-A441A08AAE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8060" y="452537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28" name="Textplatzhalter 6">
            <a:extLst>
              <a:ext uri="{FF2B5EF4-FFF2-40B4-BE49-F238E27FC236}">
                <a16:creationId xmlns:a16="http://schemas.microsoft.com/office/drawing/2014/main" id="{372EDABB-0CB3-495E-B38E-EBB187C3F0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8318" y="452537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05 </a:t>
            </a:r>
          </a:p>
        </p:txBody>
      </p:sp>
      <p:sp>
        <p:nvSpPr>
          <p:cNvPr id="29" name="Textplatzhalter 6">
            <a:extLst>
              <a:ext uri="{FF2B5EF4-FFF2-40B4-BE49-F238E27FC236}">
                <a16:creationId xmlns:a16="http://schemas.microsoft.com/office/drawing/2014/main" id="{F8DE391A-D3CD-46A0-9DA6-BE18B632C97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8060" y="307826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0" name="Textplatzhalter 6">
            <a:extLst>
              <a:ext uri="{FF2B5EF4-FFF2-40B4-BE49-F238E27FC236}">
                <a16:creationId xmlns:a16="http://schemas.microsoft.com/office/drawing/2014/main" id="{6D22FFA5-3E37-4F35-A696-49186B6B111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8318" y="307826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03 </a:t>
            </a:r>
          </a:p>
        </p:txBody>
      </p:sp>
      <p:sp>
        <p:nvSpPr>
          <p:cNvPr id="31" name="Textplatzhalter 6">
            <a:extLst>
              <a:ext uri="{FF2B5EF4-FFF2-40B4-BE49-F238E27FC236}">
                <a16:creationId xmlns:a16="http://schemas.microsoft.com/office/drawing/2014/main" id="{BFD50D54-7BD1-4F76-8C9C-C2D77E5924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8060" y="3801821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2" name="Textplatzhalter 6">
            <a:extLst>
              <a:ext uri="{FF2B5EF4-FFF2-40B4-BE49-F238E27FC236}">
                <a16:creationId xmlns:a16="http://schemas.microsoft.com/office/drawing/2014/main" id="{1CB17604-E112-4197-B54C-292891529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8318" y="3801821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04 </a:t>
            </a:r>
          </a:p>
        </p:txBody>
      </p:sp>
      <p:sp>
        <p:nvSpPr>
          <p:cNvPr id="33" name="Textplatzhalter 6">
            <a:extLst>
              <a:ext uri="{FF2B5EF4-FFF2-40B4-BE49-F238E27FC236}">
                <a16:creationId xmlns:a16="http://schemas.microsoft.com/office/drawing/2014/main" id="{D30B4D90-1B5E-403E-AD31-C3200403209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60" y="5248930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4" name="Textplatzhalter 6">
            <a:extLst>
              <a:ext uri="{FF2B5EF4-FFF2-40B4-BE49-F238E27FC236}">
                <a16:creationId xmlns:a16="http://schemas.microsoft.com/office/drawing/2014/main" id="{72B1944A-640B-4200-A785-CFA163F718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8318" y="5248930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06 </a:t>
            </a:r>
          </a:p>
        </p:txBody>
      </p:sp>
      <p:sp>
        <p:nvSpPr>
          <p:cNvPr id="35" name="Textplatzhalter 6">
            <a:extLst>
              <a:ext uri="{FF2B5EF4-FFF2-40B4-BE49-F238E27FC236}">
                <a16:creationId xmlns:a16="http://schemas.microsoft.com/office/drawing/2014/main" id="{5ECB7BBA-6A53-45DD-882E-1DF6A99780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8060" y="1631156"/>
            <a:ext cx="5039989" cy="281103"/>
          </a:xfrm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pPr lvl="0"/>
            <a:r>
              <a:rPr lang="de-DE"/>
              <a:t>Agendapunkt / Kapitelthema</a:t>
            </a:r>
          </a:p>
        </p:txBody>
      </p:sp>
      <p:sp>
        <p:nvSpPr>
          <p:cNvPr id="36" name="Textplatzhalter 6">
            <a:extLst>
              <a:ext uri="{FF2B5EF4-FFF2-40B4-BE49-F238E27FC236}">
                <a16:creationId xmlns:a16="http://schemas.microsoft.com/office/drawing/2014/main" id="{FE56B6C1-047C-44D7-B1DD-8B723581E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318" y="1631156"/>
            <a:ext cx="320601" cy="281103"/>
          </a:xfrm>
        </p:spPr>
        <p:txBody>
          <a:bodyPr wrap="none" rIns="0">
            <a:noAutofit/>
          </a:bodyPr>
          <a:lstStyle>
            <a:lvl1pPr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01 </a:t>
            </a:r>
          </a:p>
        </p:txBody>
      </p:sp>
      <p:sp>
        <p:nvSpPr>
          <p:cNvPr id="21" name="Bildplatzhalter 6">
            <a:extLst>
              <a:ext uri="{FF2B5EF4-FFF2-40B4-BE49-F238E27FC236}">
                <a16:creationId xmlns:a16="http://schemas.microsoft.com/office/drawing/2014/main" id="{8F4DFED6-EBAA-4D0C-A5C6-CD2902883FB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65D3C98-AF8F-400F-858D-1D6CD4B9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48A61E00-2C71-4160-8106-B46A2E72025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7600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318" y="2875002"/>
            <a:ext cx="11157743" cy="1107996"/>
          </a:xfrm>
        </p:spPr>
        <p:txBody>
          <a:bodyPr anchor="ctr" anchorCtr="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de-DE"/>
              <a:t>Kapiteltrenner</a:t>
            </a:r>
            <a:br>
              <a:rPr lang="de-DE"/>
            </a:br>
            <a:r>
              <a:rPr lang="de-DE"/>
              <a:t>Mehrzeilig möglich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403160-8459-D24E-8ECF-1768A6C393C2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7987594-F169-42FB-8839-77BF8D405E37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40F781E3-735A-4333-AF8D-7842FE86295B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9A6E8BA9-5951-4163-8A80-4621C65DA816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59DAB7DF-1308-4B09-91FE-7DF38D6584E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7654828-5D94-4A05-BD5F-25792A149E05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D3F2F75-1623-4F64-97FE-EA0C4D9FABDC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4" name="Gerader Verbinder 63">
              <a:extLst>
                <a:ext uri="{FF2B5EF4-FFF2-40B4-BE49-F238E27FC236}">
                  <a16:creationId xmlns:a16="http://schemas.microsoft.com/office/drawing/2014/main" id="{B042E0F0-49A6-465F-A607-A4C2EFB5486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9D612980-2A2D-4E94-8238-9C67C608554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2CE76F8C-9B22-4BB3-B2D6-15EC2A58C7A7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7" name="Gerader Verbinder 66">
              <a:extLst>
                <a:ext uri="{FF2B5EF4-FFF2-40B4-BE49-F238E27FC236}">
                  <a16:creationId xmlns:a16="http://schemas.microsoft.com/office/drawing/2014/main" id="{9C843E82-BEFA-4CF2-BA2F-3C80060D316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762BE88-2459-479F-84FF-4DF483AA142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104E26F8-EA1A-4C6F-92E1-8F6F98ABFA13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0" name="Gerader Verbinder 69">
              <a:extLst>
                <a:ext uri="{FF2B5EF4-FFF2-40B4-BE49-F238E27FC236}">
                  <a16:creationId xmlns:a16="http://schemas.microsoft.com/office/drawing/2014/main" id="{1A8A854C-301D-4327-AEA2-BCC20A8872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5A547124-456E-49C6-8FC8-111D0AAFEB7F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3B26B5D-1FEC-45B5-B34A-6A1B50955F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3" name="Gerader Verbinder 72">
              <a:extLst>
                <a:ext uri="{FF2B5EF4-FFF2-40B4-BE49-F238E27FC236}">
                  <a16:creationId xmlns:a16="http://schemas.microsoft.com/office/drawing/2014/main" id="{3423A679-4F5C-456E-AB6C-7A18EA3E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69754FAD-5E71-4087-B3E8-0FEC37E0D864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7C156EC4-BDB3-4DEA-9B78-E98FCFD2F54B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6" name="Gerader Verbinder 75">
              <a:extLst>
                <a:ext uri="{FF2B5EF4-FFF2-40B4-BE49-F238E27FC236}">
                  <a16:creationId xmlns:a16="http://schemas.microsoft.com/office/drawing/2014/main" id="{9E9C384D-D46B-429F-9A97-86F6E3560FE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64B7918E-86D1-49EB-8917-1468D42A6E25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750A6733-FD78-4442-98B4-E2BED64B460F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79" name="Gerader Verbinder 78">
              <a:extLst>
                <a:ext uri="{FF2B5EF4-FFF2-40B4-BE49-F238E27FC236}">
                  <a16:creationId xmlns:a16="http://schemas.microsoft.com/office/drawing/2014/main" id="{77BB574D-D198-49E4-874D-732C0CBD5B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7A72ACB-A6A0-450F-A8F3-9CA35EFC5560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C4970FA2-8D2D-462F-BD21-BDE052DC582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7C30986-FB99-416E-BC3E-3BAEC067C11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feld 82">
              <a:extLst>
                <a:ext uri="{FF2B5EF4-FFF2-40B4-BE49-F238E27FC236}">
                  <a16:creationId xmlns:a16="http://schemas.microsoft.com/office/drawing/2014/main" id="{4CE018F4-A860-49B3-B4CD-A328759F15C6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7C2BACBD-0A67-4A9A-B5DC-10C76F5DE4C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5" name="Gerader Verbinder 84">
              <a:extLst>
                <a:ext uri="{FF2B5EF4-FFF2-40B4-BE49-F238E27FC236}">
                  <a16:creationId xmlns:a16="http://schemas.microsoft.com/office/drawing/2014/main" id="{65F81584-9968-42FA-B3A9-1C13CEAE92A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B6D353C6-61DE-4475-8AC6-6D8AF12D49FB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935008F2-D1D5-498F-9932-727B677C0ADE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9E72FA59-B055-4F1F-8F32-E797C18F96F9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89" name="Gerader Verbinder 88">
              <a:extLst>
                <a:ext uri="{FF2B5EF4-FFF2-40B4-BE49-F238E27FC236}">
                  <a16:creationId xmlns:a16="http://schemas.microsoft.com/office/drawing/2014/main" id="{B89FA96C-C88D-4C6A-BE88-F3E3083BC51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D67028C-ACEA-4E1C-BF3F-B09177D4335E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12" name="Grafik 3">
            <a:extLst>
              <a:ext uri="{FF2B5EF4-FFF2-40B4-BE49-F238E27FC236}">
                <a16:creationId xmlns:a16="http://schemas.microsoft.com/office/drawing/2014/main" id="{C7BBC885-0DED-4896-9346-B81B3DFDE163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113" name="Freihandform: Form 112">
              <a:extLst>
                <a:ext uri="{FF2B5EF4-FFF2-40B4-BE49-F238E27FC236}">
                  <a16:creationId xmlns:a16="http://schemas.microsoft.com/office/drawing/2014/main" id="{3CC4892F-A906-4E4B-BEBB-92977436EBE7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4" name="Freihandform: Form 113">
              <a:extLst>
                <a:ext uri="{FF2B5EF4-FFF2-40B4-BE49-F238E27FC236}">
                  <a16:creationId xmlns:a16="http://schemas.microsoft.com/office/drawing/2014/main" id="{44B6FC23-C285-48C4-8A96-6359C6B7586F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5" name="Freihandform: Form 114">
              <a:extLst>
                <a:ext uri="{FF2B5EF4-FFF2-40B4-BE49-F238E27FC236}">
                  <a16:creationId xmlns:a16="http://schemas.microsoft.com/office/drawing/2014/main" id="{C116F810-D7E5-4F55-8ABD-84A95E364884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6" name="Freihandform: Form 115">
              <a:extLst>
                <a:ext uri="{FF2B5EF4-FFF2-40B4-BE49-F238E27FC236}">
                  <a16:creationId xmlns:a16="http://schemas.microsoft.com/office/drawing/2014/main" id="{D4042654-B2BC-4AA6-A157-885C0B58E2F9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7" name="Freihandform: Form 116">
              <a:extLst>
                <a:ext uri="{FF2B5EF4-FFF2-40B4-BE49-F238E27FC236}">
                  <a16:creationId xmlns:a16="http://schemas.microsoft.com/office/drawing/2014/main" id="{1C1F8A9F-2959-43DD-BD31-1434DDEB6A7C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FE6073BB-B987-443D-93D9-49C8E659470B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F9006685-D690-40E5-BDDF-68D7A3F24A92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0" name="Freihandform: Form 119">
              <a:extLst>
                <a:ext uri="{FF2B5EF4-FFF2-40B4-BE49-F238E27FC236}">
                  <a16:creationId xmlns:a16="http://schemas.microsoft.com/office/drawing/2014/main" id="{00601C1C-5D55-4BF3-A5A7-1A3AE6189209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817C1DF2-9151-4C01-A684-0700826D1283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6B106256-8404-4067-8E7A-E01321DCBA03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122">
              <a:extLst>
                <a:ext uri="{FF2B5EF4-FFF2-40B4-BE49-F238E27FC236}">
                  <a16:creationId xmlns:a16="http://schemas.microsoft.com/office/drawing/2014/main" id="{6927C2D1-9462-4534-9A9E-8418E1EA163F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123">
              <a:extLst>
                <a:ext uri="{FF2B5EF4-FFF2-40B4-BE49-F238E27FC236}">
                  <a16:creationId xmlns:a16="http://schemas.microsoft.com/office/drawing/2014/main" id="{4D24B4B9-ED7F-4932-B6A0-95BAB2E6BAA1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124">
              <a:extLst>
                <a:ext uri="{FF2B5EF4-FFF2-40B4-BE49-F238E27FC236}">
                  <a16:creationId xmlns:a16="http://schemas.microsoft.com/office/drawing/2014/main" id="{5B42272A-45E1-4F0A-8F5A-871FF29FF040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125">
              <a:extLst>
                <a:ext uri="{FF2B5EF4-FFF2-40B4-BE49-F238E27FC236}">
                  <a16:creationId xmlns:a16="http://schemas.microsoft.com/office/drawing/2014/main" id="{7CA3A6CD-6E16-40A8-9445-6EE8B3BB8A0D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126">
              <a:extLst>
                <a:ext uri="{FF2B5EF4-FFF2-40B4-BE49-F238E27FC236}">
                  <a16:creationId xmlns:a16="http://schemas.microsoft.com/office/drawing/2014/main" id="{7FE1A26D-7D77-46D7-BD0D-488898D8CD0B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127">
              <a:extLst>
                <a:ext uri="{FF2B5EF4-FFF2-40B4-BE49-F238E27FC236}">
                  <a16:creationId xmlns:a16="http://schemas.microsoft.com/office/drawing/2014/main" id="{091F6143-639A-4F3D-8B07-39438D782D44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128">
              <a:extLst>
                <a:ext uri="{FF2B5EF4-FFF2-40B4-BE49-F238E27FC236}">
                  <a16:creationId xmlns:a16="http://schemas.microsoft.com/office/drawing/2014/main" id="{0719B3E5-5B65-43B2-9D81-D3CFE51DE9F6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129">
              <a:extLst>
                <a:ext uri="{FF2B5EF4-FFF2-40B4-BE49-F238E27FC236}">
                  <a16:creationId xmlns:a16="http://schemas.microsoft.com/office/drawing/2014/main" id="{F103A488-1226-4CCD-B931-5F7438AE2F80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130">
              <a:extLst>
                <a:ext uri="{FF2B5EF4-FFF2-40B4-BE49-F238E27FC236}">
                  <a16:creationId xmlns:a16="http://schemas.microsoft.com/office/drawing/2014/main" id="{EF3F776B-7E6A-4950-84DB-DC42302BA9B9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131">
              <a:extLst>
                <a:ext uri="{FF2B5EF4-FFF2-40B4-BE49-F238E27FC236}">
                  <a16:creationId xmlns:a16="http://schemas.microsoft.com/office/drawing/2014/main" id="{FC0F14F5-38EB-4D6F-BD85-7077223A5A7A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132">
              <a:extLst>
                <a:ext uri="{FF2B5EF4-FFF2-40B4-BE49-F238E27FC236}">
                  <a16:creationId xmlns:a16="http://schemas.microsoft.com/office/drawing/2014/main" id="{1E048B0E-3AE0-4AA1-A63B-68E8E4E40DD0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9327B281-6258-4D41-9D1C-4A9E4CD7B000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4C83E44C-5C54-4D63-931E-F94A8FCE137A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135">
              <a:extLst>
                <a:ext uri="{FF2B5EF4-FFF2-40B4-BE49-F238E27FC236}">
                  <a16:creationId xmlns:a16="http://schemas.microsoft.com/office/drawing/2014/main" id="{145D09AB-BA33-4E2C-9C9B-60A9EE2AE1AB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87ED857C-BFDB-4C63-9349-B04A2F2B4CB7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137">
              <a:extLst>
                <a:ext uri="{FF2B5EF4-FFF2-40B4-BE49-F238E27FC236}">
                  <a16:creationId xmlns:a16="http://schemas.microsoft.com/office/drawing/2014/main" id="{022462CF-1873-4148-A70A-D28CE73EB178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138">
              <a:extLst>
                <a:ext uri="{FF2B5EF4-FFF2-40B4-BE49-F238E27FC236}">
                  <a16:creationId xmlns:a16="http://schemas.microsoft.com/office/drawing/2014/main" id="{713626AE-EAD2-4C7D-8BBD-8C2537F2C016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46946663-A499-4DAE-9CC7-A066B8C7448A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61DF69B0-D9E9-4D0D-AAF3-4AF06E976215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55825069-C406-4E26-8F1F-0D5BDD5F1542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E490C6BB-CEE2-4AFC-AD1D-169DF8422A53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90FD2BFA-017E-4874-9398-DBC07CF04CAA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58420EE4-2823-4360-82EF-FB939CEC9EAD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A56413FD-CD86-4A37-8941-0C3ED8C6601F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70BB9A3A-DA28-4E0A-8EE0-440CE8D817DF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87668531-35ED-4E46-A1F1-B59D4099692B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E5C3BB19-466D-4065-B79C-2358EA0C2BAC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A6359725-88DC-46FA-90B3-AE356047B727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802B8F28-C8F9-4511-A27E-FDB595AA82BB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B89008AF-D68A-45D1-B23A-9A8F809F9456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4D2AF9BD-C8EA-49F0-9EC7-025A5BF9B9BB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7E379F40-AEDC-4DCE-A071-D9E137D741D9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0ECF3A64-A23E-4825-A8EA-9DB032D9FA25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BBB003B1-14C1-4376-BD2C-B149B1EF0AA1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AEB77082-4118-497E-A6CC-99D1EBEAD35C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887BCFEB-5BC4-4E92-804C-B6A9C065684E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B4C33129-C5DD-4063-8FD8-20EEF58BF1F7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184C808E-8BC1-463E-BE99-DECAFB5636C1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1" name="Freihandform: Form 200">
              <a:extLst>
                <a:ext uri="{FF2B5EF4-FFF2-40B4-BE49-F238E27FC236}">
                  <a16:creationId xmlns:a16="http://schemas.microsoft.com/office/drawing/2014/main" id="{C0794DED-7A68-4833-AC17-D008863582BA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930A8869-7F8D-427F-BA15-4E40DA0FEC90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57A33E8D-4897-4A53-928A-E6CA4DF2991B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D5321F48-2496-4114-B6FE-C81DE73D981C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319FFB41-5355-4FCE-95E9-3DB2B8F454BF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918C63A4-642C-42D5-BACB-FCC505D9FDB8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4E8EC4C4-AA5A-4D15-9B16-CDFDA936CDCE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6F937E76-CC0D-477F-B353-68EF56642729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BAC0FBC8-ED0D-4409-8984-BE47806B4B65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2F1A3C0E-54A4-4D2A-AF84-95BB543BCE79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21505FB6-545A-4E69-8001-11A2429D0221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24840267-2F9B-45B4-8711-FEA1B69E6334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7F2015CD-077D-4586-A92B-80A18C962209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4EF4452C-ECCB-48AD-98C9-C551CCC3B10F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6345C9EB-66D0-4397-BF45-18B9D81FC3C1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CC092255-FE55-4165-B565-CECD0D71FCF4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67D70A2E-8F3A-4680-BECD-E71EE47E1952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506EEE1F-66F9-4D2B-BA94-2FB156CB0E39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F74733A0-A3D9-4EB8-B59E-1D33A8156D3E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D1FAA1E8-DAFE-4E04-85EE-FCAD56BD35E1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09C4B215-6083-45BD-BA87-2DE47C9D0D8E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D529CA8F-B434-421C-8549-410B642072CA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B08278F5-401C-4B99-B08F-5BA7405F32D9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8E20F1AF-B558-471E-AAE9-8DBAFBFA6BA4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745B9AE5-CD71-43F4-9E16-87BCED79224F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436FB004-3A92-41D3-B808-71CE49217D0D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FB366C92-3556-460A-96A5-174C44955F53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04896952-F1FA-49B6-B449-4304B9D28C4D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FB0C4D95-0710-4CC8-AB09-3C3A3C73C620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57D06E2C-97D8-4B7E-BC43-4375533F6609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0AA21074-ECEF-4DBA-8FC1-08ABCFA0C59B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80B92DB5-B5F3-4077-A03B-256D966E382B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95446453-E0A3-4941-A520-97A3CBE945F9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2644EA24-40AD-4FCC-B4CC-B25C37E1A3D7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479716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C47DF-4A3A-2546-BDEC-2FE6348D7930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7" y="1631156"/>
            <a:ext cx="11157745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C59997-58CB-4A34-A7D6-744D4117F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25613776-0F22-42BA-AE5A-1B73727AAD1E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D4D5745E-E636-484E-8028-8021CCFDEC5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09702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3F392-BD35-6341-919C-A748FE2EEAE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024A1079-17C2-45DE-A16B-14C152A08F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6329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6791738E-1095-45F8-98E2-D057FFD19CA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73212EE7-978B-435B-B747-4DF34057F18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413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| dr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CAA71-A3D6-2E44-B91F-7A4D1432995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36A777D-D5C6-4E84-A9C9-D0F4836A4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304591F-2FC9-4C29-9FE5-537955E3B92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318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D0C47385-EF97-44EE-867E-E9365B44CA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07242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extplatzhalter 6">
            <a:extLst>
              <a:ext uri="{FF2B5EF4-FFF2-40B4-BE49-F238E27FC236}">
                <a16:creationId xmlns:a16="http://schemas.microsoft.com/office/drawing/2014/main" id="{E3F53468-6A74-4DFC-93FD-A760B96196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12780" y="1631157"/>
            <a:ext cx="3568821" cy="45696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86333803-0B38-4F61-95AE-49DCFFD7FB8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08BEEA51-35F2-44B9-8FA6-474AFBCFB0F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66738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 Bild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26C2B-F8F0-704E-BC9A-EBE50C372AF1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8318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06329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8D50DB04-91D7-4C23-96CE-09E0502D14CD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A160CC5-8A59-46D3-A1D7-F21A3B6955D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66463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 Tex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3A0E3338-4E71-4920-9A06-A4D408E5A297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8" y="1631155"/>
            <a:ext cx="5469732" cy="456961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39D24-2FF0-6D4E-8668-718CF4089732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C50F1EF-7CD3-4F38-8BE6-ED3FCE2DB3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06331" y="1631156"/>
            <a:ext cx="5469732" cy="456961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E5E3F57-04C9-40C7-B10F-E51808253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C6D487A-3469-4A14-880C-0C0352BFC29A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5A4D142-596E-4394-B407-65001A377D3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282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folie | mit Stör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430C106-4EB7-47B9-8F1D-0BFCFBEAECE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1CD45B2-C7E2-4C43-84ED-BFB6DC4E84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319" y="3431381"/>
            <a:ext cx="3571200" cy="2769394"/>
          </a:xfrm>
          <a:solidFill>
            <a:schemeClr val="bg1"/>
          </a:solidFill>
        </p:spPr>
        <p:txBody>
          <a:bodyPr wrap="square" lIns="180000" tIns="180000" rIns="360000" bIns="18000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FE029E8-09EC-45DC-B2BB-25B2B1C145A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D3613C15-D9EF-4DBF-8B74-3D509941276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E0568E8-B36B-404B-9E38-F367F7DFCF81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4EB1BCB-8EFE-43BA-AE53-9984B9F11B54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B189016C-ED2A-474D-A417-5E0F497B51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9856DE16-FDEC-4063-8C73-CBF95C803B59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3759D02-378A-4C73-8CA4-E4FB217B94E6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612F9041-226E-4E23-B398-1F7D9044B5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618D5641-3E9B-4072-8388-BB46336975A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870072D5-E220-4946-9EE1-80DFB58C3A38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0A43D9D6-7790-4E94-8493-67757E3373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8E7E0758-62D1-453D-B55E-FDC4CCE3C6E4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84310EC5-28E5-4146-A748-79C1FCA769F0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2D5BC590-E7B8-48F8-AAC5-6799BCBDEB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F5B0BA6-3F36-41A3-8125-15AA496849C8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7018BC3-E9D3-4DC9-9093-D415FD96426D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38F1A063-9C9E-48DF-9813-A4EA4497C2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F79F31FE-DC89-4DED-A231-3D8DCBF48D98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7DF8EA8-3E45-431B-90A0-140583E1D07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300055A-A6D6-4CE1-986A-0930765E02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B2C23E7-0482-498A-B984-44C6CF40F3B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AC7A65B2-F352-4DA5-9A36-9105D478D2C2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D9AE9BE-891D-491B-98F9-78F552DDC8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E259A48F-52D3-481E-86F8-360FED16B872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ADB04CE-94F5-430A-9FF1-01DE211731F2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50411913-7BEC-4F33-BDE8-154F93D079C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40BADBF-D4AC-4B48-AE66-D79BD3055404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5DA2A5-4F29-4DF6-A342-0A7B4878AAB5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820BD84-9211-4C19-A40B-4121AD892514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21C7D9CA-751B-4809-9338-47DDC5D1A72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D1C22B97-CFD8-4E78-BF7E-02A71F190F83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32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1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61BD-6FD1-9C4F-A8E3-1B2D44FDD542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6A4CB3A7-ACED-41D0-8E35-318CD369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EBFE18BD-74E5-4328-B98A-9C6FC4FCA59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11157746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A51E223D-AC82-4D54-A383-0E2DF84E2E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11157746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Bildplatzhalter 6">
            <a:extLst>
              <a:ext uri="{FF2B5EF4-FFF2-40B4-BE49-F238E27FC236}">
                <a16:creationId xmlns:a16="http://schemas.microsoft.com/office/drawing/2014/main" id="{05EC4CE8-43C6-428F-9E62-CB38E0CE644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42AAD46-67A3-4127-B280-D69434A7D72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08502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2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26DFF-94B3-E541-823A-EF5F6E6BFE7B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8C7F934-D7F3-42CA-88CC-3AEB50FF1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4" name="Bildplatzhalter 8">
            <a:extLst>
              <a:ext uri="{FF2B5EF4-FFF2-40B4-BE49-F238E27FC236}">
                <a16:creationId xmlns:a16="http://schemas.microsoft.com/office/drawing/2014/main" id="{B4B72DA6-61BE-42F9-8894-08B159BC7C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0E2D86CD-8C0A-461A-82DE-DEB73A6F9AC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ildplatzhalter 8">
            <a:extLst>
              <a:ext uri="{FF2B5EF4-FFF2-40B4-BE49-F238E27FC236}">
                <a16:creationId xmlns:a16="http://schemas.microsoft.com/office/drawing/2014/main" id="{B4E7C39B-83E8-467B-AD57-55CA08888B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06331" y="1631156"/>
            <a:ext cx="5469732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7" name="Textplatzhalter 10">
            <a:extLst>
              <a:ext uri="{FF2B5EF4-FFF2-40B4-BE49-F238E27FC236}">
                <a16:creationId xmlns:a16="http://schemas.microsoft.com/office/drawing/2014/main" id="{CE124A50-74B4-4E32-AA56-DCD775B1300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06331" y="5690271"/>
            <a:ext cx="5469732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BF87D6FE-3E8F-49D4-B36A-217C95B23AF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381895C7-DC25-40C3-9857-7AF6421845A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27449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folie | 3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ECA2F-E89D-6A46-AEB2-87FB294475C1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9995CF9C-9826-4946-A085-FF49199BE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E2430412-20B6-4F53-A77B-A26A49135E4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18317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2" name="Textplatzhalter 10">
            <a:extLst>
              <a:ext uri="{FF2B5EF4-FFF2-40B4-BE49-F238E27FC236}">
                <a16:creationId xmlns:a16="http://schemas.microsoft.com/office/drawing/2014/main" id="{48CA2DF0-5B92-4CE6-AF1A-CC648431BB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8317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8">
            <a:extLst>
              <a:ext uri="{FF2B5EF4-FFF2-40B4-BE49-F238E27FC236}">
                <a16:creationId xmlns:a16="http://schemas.microsoft.com/office/drawing/2014/main" id="{002E2471-F223-4896-A895-CE0AF20E11D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8106305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470E7482-A37A-44BE-ADE5-A0B3B10E8FC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106305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3FD09289-F115-4464-A726-812A11720CA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312311" y="1631156"/>
            <a:ext cx="3569758" cy="3951164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26" name="Textplatzhalter 10">
            <a:extLst>
              <a:ext uri="{FF2B5EF4-FFF2-40B4-BE49-F238E27FC236}">
                <a16:creationId xmlns:a16="http://schemas.microsoft.com/office/drawing/2014/main" id="{F3F11CE6-C8CF-4ABE-B3B8-C00D74678A9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12311" y="5690271"/>
            <a:ext cx="3569758" cy="511084"/>
          </a:xfrm>
        </p:spPr>
        <p:txBody>
          <a:bodyPr wrap="square">
            <a:noAutofit/>
          </a:bodyPr>
          <a:lstStyle>
            <a:lvl1pPr>
              <a:lnSpc>
                <a:spcPct val="110000"/>
              </a:lnSpc>
              <a:spcAft>
                <a:spcPts val="0"/>
              </a:spcAft>
              <a:defRPr sz="14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6">
            <a:extLst>
              <a:ext uri="{FF2B5EF4-FFF2-40B4-BE49-F238E27FC236}">
                <a16:creationId xmlns:a16="http://schemas.microsoft.com/office/drawing/2014/main" id="{A7347480-9F70-4378-B138-B8B7C593F8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DD6E75C0-962B-4DE7-8D95-4D4F45AB824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672189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2D49-625F-FF46-9163-10FB78DB95BE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11155366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A13C3F65-DA83-41EB-89FA-4255A4DF2ED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85443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D885-02FB-3C4C-B41E-17E699693BFE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2099" y="663466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6A3EEDC1-9ABB-471E-855E-52CC8C208FB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18317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BBD0D2AE-225B-47F4-A359-0020AE80A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451A9BBC-9F96-4260-BC40-C6D3D23D6F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33608DEB-69EC-4E8F-A567-9E3EA36C362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206330" y="1631156"/>
            <a:ext cx="5469733" cy="4569619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6BCD0DB3-1746-4FA4-9BF2-5CC1A0E5F8B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577756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|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BBAF2-0959-AF44-BE9B-581E351FED33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086500-15A5-49F2-8B64-748C19FDA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04861" y="1631156"/>
            <a:ext cx="3571200" cy="45696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84BE64F-DBB2-4BF3-ABE7-E92BB978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Inhaltsplatzhalter 7">
            <a:extLst>
              <a:ext uri="{FF2B5EF4-FFF2-40B4-BE49-F238E27FC236}">
                <a16:creationId xmlns:a16="http://schemas.microsoft.com/office/drawing/2014/main" id="{0D6633D6-CA56-460E-AA1C-9A4D6A6232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18317" y="1631157"/>
            <a:ext cx="7363752" cy="4569620"/>
          </a:xfrm>
        </p:spPr>
        <p:txBody>
          <a:bodyPr/>
          <a:lstStyle/>
          <a:p>
            <a:pPr lvl="0"/>
            <a:r>
              <a:rPr lang="de-DE"/>
              <a:t> 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7CDDF36A-B7A5-4E95-A5D6-07C5FCED28B4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B3506DC8-BD94-4752-B673-EB18A5638B4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18579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r Titel | Ro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2B9D90-877A-004F-BE93-D540635CA7B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87F00BE4-512D-4F35-B132-4E5C5CF1413D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F1925060-7FCF-4CBC-B0DA-0731E3E98579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Textplatzhalter 9">
            <a:extLst>
              <a:ext uri="{FF2B5EF4-FFF2-40B4-BE49-F238E27FC236}">
                <a16:creationId xmlns:a16="http://schemas.microsoft.com/office/drawing/2014/main" id="{A9FF3927-CA7B-4361-998A-3A60E5D23F5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BC19384B-1D95-4C0D-B3F0-61407A015F56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chemeClr val="tx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93DCB95B-459E-4AC2-8E4B-6C459242A95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ECEE8D8-DF92-4CFD-A29A-DD98DFA7EC69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E89218EB-083A-44EC-89C4-86451CE1FC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399474D3-E53E-4ABA-9B61-C9BB08A3276B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57879191-3BE6-4B4E-A6B9-7EE964614B47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94484379-E642-433C-B53A-1DEE6A9DD4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7C54D7A6-C6ED-4572-B49C-338FB11A042A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382F9D16-DA93-44FA-B850-67D0B6AD397D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7201A13C-71DC-4465-B39F-F196A503534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D957CB6E-B09B-4A22-86F0-6C38F81B2E90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38DB7D0C-ACAA-4A6B-8088-624B0BC24502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E8B86ED7-0F29-451E-8C7D-9B396D5E209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ED76FB85-7BBB-4E8D-A853-5FCC744835E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E1524020-40DB-450A-AEE5-3E1B459B16B5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539CBAAA-C79F-4BC9-9AF3-18ED0AF9EE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5F01F83-E434-491F-8893-1CE5848F9B6D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99ECB07F-83AC-4A69-A930-C51459FBE5BA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EB6DF347-64CA-4BE1-8952-3E80EBD0082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F82628F6-8442-4626-962B-E947FDA8C0C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9B4EC5D-DF7B-4D80-86D6-C95B0B60B325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7A230F03-8AA4-4AAE-999A-6E872C727A8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1C36145D-6FFB-4D3A-85D6-2ACFDAE5F5D2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D1EC147-B041-40BC-BA8D-878A722616DE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3" name="Gerader Verbinder 32">
              <a:extLst>
                <a:ext uri="{FF2B5EF4-FFF2-40B4-BE49-F238E27FC236}">
                  <a16:creationId xmlns:a16="http://schemas.microsoft.com/office/drawing/2014/main" id="{4A4E226E-C413-42F0-AA69-108B05313D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4A93327E-EEC7-45A4-9C35-410D17ECB865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0EC1AF1A-26A7-479B-A176-8997B58ED4D1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80D76042-D322-4CD0-B41A-CE295CEC6835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397EC952-23B6-4728-82B6-3D733107C66E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D8CEDBB7-9662-435E-8F5A-F3EE555D990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24365663-FE3F-47D4-A8D7-729A38C4987D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92EE37E1-8647-4AEB-9AEE-FF0711435F3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C2B4E3D7-0BC3-4BC1-B86B-DD51E9785755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30291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 |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18B908A7-A1D8-4FB7-9CB4-BDC3E20D2B62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DBE995-23F2-460C-86CC-60633EED251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1024811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E4048C-0B54-437F-B99C-D17800474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E0522E-4B59-4195-AD23-1DB4381AB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63F85-C665-1145-8E4B-2925D139850A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0F6FD0B-B0A5-4052-BAB6-95BD027E8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385CA6-0215-4C6D-9658-F37EA26CE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B25E710-D493-4189-8EF7-00ABE0AB56E5}"/>
              </a:ext>
            </a:extLst>
          </p:cNvPr>
          <p:cNvSpPr/>
          <p:nvPr userDrawn="1"/>
        </p:nvSpPr>
        <p:spPr>
          <a:xfrm>
            <a:off x="518317" y="1631155"/>
            <a:ext cx="11157746" cy="45696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2F509DB-422D-41FB-A02B-822A0A204E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497190" y="2835964"/>
            <a:ext cx="7200000" cy="2160000"/>
          </a:xfrm>
        </p:spPr>
        <p:txBody>
          <a:bodyPr rIns="0" anchor="ctr" anchorCtr="0">
            <a:normAutofit/>
          </a:bodyPr>
          <a:lstStyle>
            <a:lvl1pPr algn="ctr">
              <a:defRPr sz="2000" i="1"/>
            </a:lvl1pPr>
            <a:lvl2pPr marL="0" indent="0">
              <a:buNone/>
              <a:defRPr/>
            </a:lvl2pPr>
          </a:lstStyle>
          <a:p>
            <a:pPr lvl="0"/>
            <a:r>
              <a:rPr lang="de-DE"/>
              <a:t>„Mastertextformat bearbeiten“</a:t>
            </a:r>
          </a:p>
        </p:txBody>
      </p:sp>
      <p:sp>
        <p:nvSpPr>
          <p:cNvPr id="10" name="Bildplatzhalter 6">
            <a:extLst>
              <a:ext uri="{FF2B5EF4-FFF2-40B4-BE49-F238E27FC236}">
                <a16:creationId xmlns:a16="http://schemas.microsoft.com/office/drawing/2014/main" id="{F862885B-685B-4384-B9F0-6266AD0BDA7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8437356" y="301185"/>
            <a:ext cx="1080000" cy="386413"/>
          </a:xfrm>
        </p:spPr>
        <p:txBody>
          <a:bodyPr rIns="0" anchor="ctr" anchorCtr="0">
            <a:normAutofit/>
          </a:bodyPr>
          <a:lstStyle>
            <a:lvl1pPr algn="ctr">
              <a:defRPr sz="800">
                <a:solidFill>
                  <a:schemeClr val="accent6"/>
                </a:solidFill>
              </a:defRPr>
            </a:lvl1pPr>
          </a:lstStyle>
          <a:p>
            <a:r>
              <a:rPr lang="de-DE"/>
              <a:t>Optional Logo einfügen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C209FD4A-C7D6-4B64-AD6B-63B653F6B00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18317" y="687598"/>
            <a:ext cx="6844385" cy="249812"/>
          </a:xfrm>
        </p:spPr>
        <p:txBody>
          <a:bodyPr wrap="square">
            <a:spAutoFit/>
          </a:bodyPr>
          <a:lstStyle>
            <a:lvl1pPr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54895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platzhalter 167">
            <a:extLst>
              <a:ext uri="{FF2B5EF4-FFF2-40B4-BE49-F238E27FC236}">
                <a16:creationId xmlns:a16="http://schemas.microsoft.com/office/drawing/2014/main" id="{68AB2348-B91F-4E68-BDE1-60ECCE02B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628775"/>
            <a:ext cx="12192000" cy="5229225"/>
          </a:xfrm>
          <a:gradFill>
            <a:gsLst>
              <a:gs pos="50000">
                <a:schemeClr val="accent4">
                  <a:alpha val="50000"/>
                </a:schemeClr>
              </a:gs>
              <a:gs pos="5000">
                <a:schemeClr val="accent4"/>
              </a:gs>
              <a:gs pos="100000">
                <a:schemeClr val="accent4">
                  <a:alpha val="20000"/>
                </a:schemeClr>
              </a:gs>
            </a:gsLst>
            <a:lin ang="5400000" scaled="1"/>
          </a:gradFill>
        </p:spPr>
        <p:txBody>
          <a:bodyPr vert="horz" wrap="square" lIns="540000" tIns="1188000" rIns="0" bIns="0" rtlCol="0" anchor="t" anchorCtr="0">
            <a:noAutofit/>
          </a:bodyPr>
          <a:lstStyle>
            <a:lvl1pPr>
              <a:defRPr lang="de-DE" sz="4000" b="1" dirty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 </a:t>
            </a:r>
          </a:p>
        </p:txBody>
      </p:sp>
      <p:sp>
        <p:nvSpPr>
          <p:cNvPr id="59" name="Bildplatzhalter 60">
            <a:extLst>
              <a:ext uri="{FF2B5EF4-FFF2-40B4-BE49-F238E27FC236}">
                <a16:creationId xmlns:a16="http://schemas.microsoft.com/office/drawing/2014/main" id="{92CE05A2-27DE-4191-8A63-5C7C7ACA37C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628775"/>
            <a:ext cx="12192000" cy="52292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CBD8B083-79E8-44E1-BA43-E993160F02E1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Textplatzhalter 64">
            <a:extLst>
              <a:ext uri="{FF2B5EF4-FFF2-40B4-BE49-F238E27FC236}">
                <a16:creationId xmlns:a16="http://schemas.microsoft.com/office/drawing/2014/main" id="{94E4DAD8-28C4-496D-803F-AF50BFF89A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8317" y="2647985"/>
            <a:ext cx="11157745" cy="1562031"/>
          </a:xfrm>
        </p:spPr>
        <p:txBody>
          <a:bodyPr vert="horz" wrap="square" lIns="0" tIns="0" rIns="360000" bIns="0" rtlCol="0" anchor="ctr" anchorCtr="0">
            <a:spAutoFit/>
          </a:bodyPr>
          <a:lstStyle>
            <a:lvl1pPr>
              <a:spcAft>
                <a:spcPts val="0"/>
              </a:spcAft>
              <a:defRPr lang="de-DE" sz="4800" b="1" dirty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Vielen Dank</a:t>
            </a:r>
            <a:br>
              <a:rPr lang="de-DE"/>
            </a:br>
            <a:r>
              <a:rPr lang="de-DE"/>
              <a:t>für Ihre Aufmerksamkeit!</a:t>
            </a:r>
          </a:p>
        </p:txBody>
      </p:sp>
      <p:sp>
        <p:nvSpPr>
          <p:cNvPr id="58" name="Freihandform: Form 57">
            <a:extLst>
              <a:ext uri="{FF2B5EF4-FFF2-40B4-BE49-F238E27FC236}">
                <a16:creationId xmlns:a16="http://schemas.microsoft.com/office/drawing/2014/main" id="{1A7F7BEE-9A4B-44B2-960F-97720F4BC3DA}"/>
              </a:ext>
            </a:extLst>
          </p:cNvPr>
          <p:cNvSpPr/>
          <p:nvPr userDrawn="1"/>
        </p:nvSpPr>
        <p:spPr>
          <a:xfrm>
            <a:off x="10056938" y="300703"/>
            <a:ext cx="1619125" cy="618155"/>
          </a:xfrm>
          <a:custGeom>
            <a:avLst/>
            <a:gdLst>
              <a:gd name="connsiteX0" fmla="*/ 0 w 1456912"/>
              <a:gd name="connsiteY0" fmla="*/ 51854 h 556225"/>
              <a:gd name="connsiteX1" fmla="*/ 28188 w 1456912"/>
              <a:gd name="connsiteY1" fmla="*/ 23666 h 556225"/>
              <a:gd name="connsiteX2" fmla="*/ 28188 w 1456912"/>
              <a:gd name="connsiteY2" fmla="*/ 535557 h 556225"/>
              <a:gd name="connsiteX3" fmla="*/ 0 w 1456912"/>
              <a:gd name="connsiteY3" fmla="*/ 535557 h 556225"/>
              <a:gd name="connsiteX4" fmla="*/ 0 w 1456912"/>
              <a:gd name="connsiteY4" fmla="*/ 51854 h 556225"/>
              <a:gd name="connsiteX5" fmla="*/ 84564 w 1456912"/>
              <a:gd name="connsiteY5" fmla="*/ 28188 h 556225"/>
              <a:gd name="connsiteX6" fmla="*/ 422811 w 1456912"/>
              <a:gd name="connsiteY6" fmla="*/ 28188 h 556225"/>
              <a:gd name="connsiteX7" fmla="*/ 422811 w 1456912"/>
              <a:gd name="connsiteY7" fmla="*/ 0 h 556225"/>
              <a:gd name="connsiteX8" fmla="*/ 56376 w 1456912"/>
              <a:gd name="connsiteY8" fmla="*/ 0 h 556225"/>
              <a:gd name="connsiteX9" fmla="*/ 56376 w 1456912"/>
              <a:gd name="connsiteY9" fmla="*/ 338244 h 556225"/>
              <a:gd name="connsiteX10" fmla="*/ 367711 w 1456912"/>
              <a:gd name="connsiteY10" fmla="*/ 338244 h 556225"/>
              <a:gd name="connsiteX11" fmla="*/ 367711 w 1456912"/>
              <a:gd name="connsiteY11" fmla="*/ 310062 h 556225"/>
              <a:gd name="connsiteX12" fmla="*/ 84564 w 1456912"/>
              <a:gd name="connsiteY12" fmla="*/ 310062 h 556225"/>
              <a:gd name="connsiteX13" fmla="*/ 84564 w 1456912"/>
              <a:gd name="connsiteY13" fmla="*/ 28188 h 556225"/>
              <a:gd name="connsiteX14" fmla="*/ 410152 w 1456912"/>
              <a:gd name="connsiteY14" fmla="*/ 253686 h 556225"/>
              <a:gd name="connsiteX15" fmla="*/ 140937 w 1456912"/>
              <a:gd name="connsiteY15" fmla="*/ 253686 h 556225"/>
              <a:gd name="connsiteX16" fmla="*/ 140937 w 1456912"/>
              <a:gd name="connsiteY16" fmla="*/ 140940 h 556225"/>
              <a:gd name="connsiteX17" fmla="*/ 371171 w 1456912"/>
              <a:gd name="connsiteY17" fmla="*/ 140940 h 556225"/>
              <a:gd name="connsiteX18" fmla="*/ 399359 w 1456912"/>
              <a:gd name="connsiteY18" fmla="*/ 112752 h 556225"/>
              <a:gd name="connsiteX19" fmla="*/ 140937 w 1456912"/>
              <a:gd name="connsiteY19" fmla="*/ 112752 h 556225"/>
              <a:gd name="connsiteX20" fmla="*/ 140937 w 1456912"/>
              <a:gd name="connsiteY20" fmla="*/ 84564 h 556225"/>
              <a:gd name="connsiteX21" fmla="*/ 422811 w 1456912"/>
              <a:gd name="connsiteY21" fmla="*/ 84564 h 556225"/>
              <a:gd name="connsiteX22" fmla="*/ 422811 w 1456912"/>
              <a:gd name="connsiteY22" fmla="*/ 56376 h 556225"/>
              <a:gd name="connsiteX23" fmla="*/ 112749 w 1456912"/>
              <a:gd name="connsiteY23" fmla="*/ 56376 h 556225"/>
              <a:gd name="connsiteX24" fmla="*/ 112749 w 1456912"/>
              <a:gd name="connsiteY24" fmla="*/ 281874 h 556225"/>
              <a:gd name="connsiteX25" fmla="*/ 382334 w 1456912"/>
              <a:gd name="connsiteY25" fmla="*/ 281874 h 556225"/>
              <a:gd name="connsiteX26" fmla="*/ 410152 w 1456912"/>
              <a:gd name="connsiteY26" fmla="*/ 253686 h 556225"/>
              <a:gd name="connsiteX27" fmla="*/ 56376 w 1456912"/>
              <a:gd name="connsiteY27" fmla="*/ 535557 h 556225"/>
              <a:gd name="connsiteX28" fmla="*/ 84564 w 1456912"/>
              <a:gd name="connsiteY28" fmla="*/ 535557 h 556225"/>
              <a:gd name="connsiteX29" fmla="*/ 84564 w 1456912"/>
              <a:gd name="connsiteY29" fmla="*/ 394620 h 556225"/>
              <a:gd name="connsiteX30" fmla="*/ 112752 w 1456912"/>
              <a:gd name="connsiteY30" fmla="*/ 394620 h 556225"/>
              <a:gd name="connsiteX31" fmla="*/ 112752 w 1456912"/>
              <a:gd name="connsiteY31" fmla="*/ 511890 h 556225"/>
              <a:gd name="connsiteX32" fmla="*/ 140940 w 1456912"/>
              <a:gd name="connsiteY32" fmla="*/ 483705 h 556225"/>
              <a:gd name="connsiteX33" fmla="*/ 140940 w 1456912"/>
              <a:gd name="connsiteY33" fmla="*/ 394620 h 556225"/>
              <a:gd name="connsiteX34" fmla="*/ 367714 w 1456912"/>
              <a:gd name="connsiteY34" fmla="*/ 394620 h 556225"/>
              <a:gd name="connsiteX35" fmla="*/ 367714 w 1456912"/>
              <a:gd name="connsiteY35" fmla="*/ 366435 h 556225"/>
              <a:gd name="connsiteX36" fmla="*/ 56376 w 1456912"/>
              <a:gd name="connsiteY36" fmla="*/ 366435 h 556225"/>
              <a:gd name="connsiteX37" fmla="*/ 56376 w 1456912"/>
              <a:gd name="connsiteY37" fmla="*/ 535557 h 556225"/>
              <a:gd name="connsiteX38" fmla="*/ 1428724 w 1456912"/>
              <a:gd name="connsiteY38" fmla="*/ 0 h 556225"/>
              <a:gd name="connsiteX39" fmla="*/ 1428724 w 1456912"/>
              <a:gd name="connsiteY39" fmla="*/ 324156 h 556225"/>
              <a:gd name="connsiteX40" fmla="*/ 1316539 w 1456912"/>
              <a:gd name="connsiteY40" fmla="*/ 514089 h 556225"/>
              <a:gd name="connsiteX41" fmla="*/ 1315903 w 1456912"/>
              <a:gd name="connsiteY41" fmla="*/ 513258 h 556225"/>
              <a:gd name="connsiteX42" fmla="*/ 1400536 w 1456912"/>
              <a:gd name="connsiteY42" fmla="*/ 351869 h 556225"/>
              <a:gd name="connsiteX43" fmla="*/ 1400536 w 1456912"/>
              <a:gd name="connsiteY43" fmla="*/ 3 h 556225"/>
              <a:gd name="connsiteX44" fmla="*/ 1372348 w 1456912"/>
              <a:gd name="connsiteY44" fmla="*/ 3 h 556225"/>
              <a:gd name="connsiteX45" fmla="*/ 1372348 w 1456912"/>
              <a:gd name="connsiteY45" fmla="*/ 351400 h 556225"/>
              <a:gd name="connsiteX46" fmla="*/ 1189132 w 1456912"/>
              <a:gd name="connsiteY46" fmla="*/ 528510 h 556225"/>
              <a:gd name="connsiteX47" fmla="*/ 1005916 w 1456912"/>
              <a:gd name="connsiteY47" fmla="*/ 351400 h 556225"/>
              <a:gd name="connsiteX48" fmla="*/ 1005916 w 1456912"/>
              <a:gd name="connsiteY48" fmla="*/ 23666 h 556225"/>
              <a:gd name="connsiteX49" fmla="*/ 977728 w 1456912"/>
              <a:gd name="connsiteY49" fmla="*/ 51854 h 556225"/>
              <a:gd name="connsiteX50" fmla="*/ 977728 w 1456912"/>
              <a:gd name="connsiteY50" fmla="*/ 351869 h 556225"/>
              <a:gd name="connsiteX51" fmla="*/ 1189132 w 1456912"/>
              <a:gd name="connsiteY51" fmla="*/ 556226 h 556225"/>
              <a:gd name="connsiteX52" fmla="*/ 1217320 w 1456912"/>
              <a:gd name="connsiteY52" fmla="*/ 556226 h 556225"/>
              <a:gd name="connsiteX53" fmla="*/ 1456912 w 1456912"/>
              <a:gd name="connsiteY53" fmla="*/ 324566 h 556225"/>
              <a:gd name="connsiteX54" fmla="*/ 1456912 w 1456912"/>
              <a:gd name="connsiteY54" fmla="*/ 0 h 556225"/>
              <a:gd name="connsiteX55" fmla="*/ 1428724 w 1456912"/>
              <a:gd name="connsiteY55" fmla="*/ 0 h 556225"/>
              <a:gd name="connsiteX56" fmla="*/ 1189132 w 1456912"/>
              <a:gd name="connsiteY56" fmla="*/ 500322 h 556225"/>
              <a:gd name="connsiteX57" fmla="*/ 1344160 w 1456912"/>
              <a:gd name="connsiteY57" fmla="*/ 351400 h 556225"/>
              <a:gd name="connsiteX58" fmla="*/ 1344160 w 1456912"/>
              <a:gd name="connsiteY58" fmla="*/ 351400 h 556225"/>
              <a:gd name="connsiteX59" fmla="*/ 1344160 w 1456912"/>
              <a:gd name="connsiteY59" fmla="*/ 23666 h 556225"/>
              <a:gd name="connsiteX60" fmla="*/ 1315972 w 1456912"/>
              <a:gd name="connsiteY60" fmla="*/ 51854 h 556225"/>
              <a:gd name="connsiteX61" fmla="*/ 1315972 w 1456912"/>
              <a:gd name="connsiteY61" fmla="*/ 324153 h 556225"/>
              <a:gd name="connsiteX62" fmla="*/ 1217317 w 1456912"/>
              <a:gd name="connsiteY62" fmla="*/ 415761 h 556225"/>
              <a:gd name="connsiteX63" fmla="*/ 1118662 w 1456912"/>
              <a:gd name="connsiteY63" fmla="*/ 324153 h 556225"/>
              <a:gd name="connsiteX64" fmla="*/ 1118662 w 1456912"/>
              <a:gd name="connsiteY64" fmla="*/ 3 h 556225"/>
              <a:gd name="connsiteX65" fmla="*/ 1090474 w 1456912"/>
              <a:gd name="connsiteY65" fmla="*/ 3 h 556225"/>
              <a:gd name="connsiteX66" fmla="*/ 1090474 w 1456912"/>
              <a:gd name="connsiteY66" fmla="*/ 324156 h 556225"/>
              <a:gd name="connsiteX67" fmla="*/ 1217317 w 1456912"/>
              <a:gd name="connsiteY67" fmla="*/ 443951 h 556225"/>
              <a:gd name="connsiteX68" fmla="*/ 1304349 w 1456912"/>
              <a:gd name="connsiteY68" fmla="*/ 404889 h 556225"/>
              <a:gd name="connsiteX69" fmla="*/ 1304982 w 1456912"/>
              <a:gd name="connsiteY69" fmla="*/ 405720 h 556225"/>
              <a:gd name="connsiteX70" fmla="*/ 1189129 w 1456912"/>
              <a:gd name="connsiteY70" fmla="*/ 472139 h 556225"/>
              <a:gd name="connsiteX71" fmla="*/ 1062303 w 1456912"/>
              <a:gd name="connsiteY71" fmla="*/ 352344 h 556225"/>
              <a:gd name="connsiteX72" fmla="*/ 1062286 w 1456912"/>
              <a:gd name="connsiteY72" fmla="*/ 352344 h 556225"/>
              <a:gd name="connsiteX73" fmla="*/ 1062286 w 1456912"/>
              <a:gd name="connsiteY73" fmla="*/ 3 h 556225"/>
              <a:gd name="connsiteX74" fmla="*/ 1034098 w 1456912"/>
              <a:gd name="connsiteY74" fmla="*/ 3 h 556225"/>
              <a:gd name="connsiteX75" fmla="*/ 1034098 w 1456912"/>
              <a:gd name="connsiteY75" fmla="*/ 352341 h 556225"/>
              <a:gd name="connsiteX76" fmla="*/ 1034113 w 1456912"/>
              <a:gd name="connsiteY76" fmla="*/ 352341 h 556225"/>
              <a:gd name="connsiteX77" fmla="*/ 1189132 w 1456912"/>
              <a:gd name="connsiteY77" fmla="*/ 500322 h 556225"/>
              <a:gd name="connsiteX78" fmla="*/ 562774 w 1456912"/>
              <a:gd name="connsiteY78" fmla="*/ 366435 h 556225"/>
              <a:gd name="connsiteX79" fmla="*/ 491494 w 1456912"/>
              <a:gd name="connsiteY79" fmla="*/ 535557 h 556225"/>
              <a:gd name="connsiteX80" fmla="*/ 519684 w 1456912"/>
              <a:gd name="connsiteY80" fmla="*/ 535554 h 556225"/>
              <a:gd name="connsiteX81" fmla="*/ 519682 w 1456912"/>
              <a:gd name="connsiteY81" fmla="*/ 535557 h 556225"/>
              <a:gd name="connsiteX82" fmla="*/ 519684 w 1456912"/>
              <a:gd name="connsiteY82" fmla="*/ 535557 h 556225"/>
              <a:gd name="connsiteX83" fmla="*/ 555322 w 1456912"/>
              <a:gd name="connsiteY83" fmla="*/ 450996 h 556225"/>
              <a:gd name="connsiteX84" fmla="*/ 794138 w 1456912"/>
              <a:gd name="connsiteY84" fmla="*/ 450996 h 556225"/>
              <a:gd name="connsiteX85" fmla="*/ 829744 w 1456912"/>
              <a:gd name="connsiteY85" fmla="*/ 535557 h 556225"/>
              <a:gd name="connsiteX86" fmla="*/ 857932 w 1456912"/>
              <a:gd name="connsiteY86" fmla="*/ 535557 h 556225"/>
              <a:gd name="connsiteX87" fmla="*/ 810457 w 1456912"/>
              <a:gd name="connsiteY87" fmla="*/ 422808 h 556225"/>
              <a:gd name="connsiteX88" fmla="*/ 567200 w 1456912"/>
              <a:gd name="connsiteY88" fmla="*/ 422808 h 556225"/>
              <a:gd name="connsiteX89" fmla="*/ 579078 w 1456912"/>
              <a:gd name="connsiteY89" fmla="*/ 394620 h 556225"/>
              <a:gd name="connsiteX90" fmla="*/ 826776 w 1456912"/>
              <a:gd name="connsiteY90" fmla="*/ 394620 h 556225"/>
              <a:gd name="connsiteX91" fmla="*/ 886120 w 1456912"/>
              <a:gd name="connsiteY91" fmla="*/ 535557 h 556225"/>
              <a:gd name="connsiteX92" fmla="*/ 914308 w 1456912"/>
              <a:gd name="connsiteY92" fmla="*/ 535557 h 556225"/>
              <a:gd name="connsiteX93" fmla="*/ 843097 w 1456912"/>
              <a:gd name="connsiteY93" fmla="*/ 366435 h 556225"/>
              <a:gd name="connsiteX94" fmla="*/ 562774 w 1456912"/>
              <a:gd name="connsiteY94" fmla="*/ 366435 h 556225"/>
              <a:gd name="connsiteX95" fmla="*/ 604248 w 1456912"/>
              <a:gd name="connsiteY95" fmla="*/ 0 h 556225"/>
              <a:gd name="connsiteX96" fmla="*/ 397091 w 1456912"/>
              <a:gd name="connsiteY96" fmla="*/ 491374 h 556225"/>
              <a:gd name="connsiteX97" fmla="*/ 415032 w 1456912"/>
              <a:gd name="connsiteY97" fmla="*/ 515732 h 556225"/>
              <a:gd name="connsiteX98" fmla="*/ 632437 w 1456912"/>
              <a:gd name="connsiteY98" fmla="*/ 0 h 556225"/>
              <a:gd name="connsiteX99" fmla="*/ 604248 w 1456912"/>
              <a:gd name="connsiteY99" fmla="*/ 0 h 556225"/>
              <a:gd name="connsiteX100" fmla="*/ 716998 w 1456912"/>
              <a:gd name="connsiteY100" fmla="*/ 3 h 556225"/>
              <a:gd name="connsiteX101" fmla="*/ 934130 w 1456912"/>
              <a:gd name="connsiteY101" fmla="*/ 515735 h 556225"/>
              <a:gd name="connsiteX102" fmla="*/ 952028 w 1456912"/>
              <a:gd name="connsiteY102" fmla="*/ 491377 h 556225"/>
              <a:gd name="connsiteX103" fmla="*/ 745186 w 1456912"/>
              <a:gd name="connsiteY103" fmla="*/ 3 h 556225"/>
              <a:gd name="connsiteX104" fmla="*/ 716998 w 1456912"/>
              <a:gd name="connsiteY104" fmla="*/ 3 h 556225"/>
              <a:gd name="connsiteX105" fmla="*/ 546409 w 1456912"/>
              <a:gd name="connsiteY105" fmla="*/ 338247 h 556225"/>
              <a:gd name="connsiteX106" fmla="*/ 463042 w 1456912"/>
              <a:gd name="connsiteY106" fmla="*/ 535557 h 556225"/>
              <a:gd name="connsiteX107" fmla="*/ 434854 w 1456912"/>
              <a:gd name="connsiteY107" fmla="*/ 535557 h 556225"/>
              <a:gd name="connsiteX108" fmla="*/ 646528 w 1456912"/>
              <a:gd name="connsiteY108" fmla="*/ 33467 h 556225"/>
              <a:gd name="connsiteX109" fmla="*/ 762988 w 1456912"/>
              <a:gd name="connsiteY109" fmla="*/ 310059 h 556225"/>
              <a:gd name="connsiteX110" fmla="*/ 791176 w 1456912"/>
              <a:gd name="connsiteY110" fmla="*/ 310059 h 556225"/>
              <a:gd name="connsiteX111" fmla="*/ 660624 w 1456912"/>
              <a:gd name="connsiteY111" fmla="*/ 3 h 556225"/>
              <a:gd name="connsiteX112" fmla="*/ 688812 w 1456912"/>
              <a:gd name="connsiteY112" fmla="*/ 3 h 556225"/>
              <a:gd name="connsiteX113" fmla="*/ 831231 w 1456912"/>
              <a:gd name="connsiteY113" fmla="*/ 338247 h 556225"/>
              <a:gd name="connsiteX114" fmla="*/ 546409 w 1456912"/>
              <a:gd name="connsiteY114" fmla="*/ 338247 h 556225"/>
              <a:gd name="connsiteX115" fmla="*/ 674788 w 1456912"/>
              <a:gd name="connsiteY115" fmla="*/ 167531 h 556225"/>
              <a:gd name="connsiteX116" fmla="*/ 614721 w 1456912"/>
              <a:gd name="connsiteY116" fmla="*/ 310062 h 556225"/>
              <a:gd name="connsiteX117" fmla="*/ 734800 w 1456912"/>
              <a:gd name="connsiteY117" fmla="*/ 310062 h 556225"/>
              <a:gd name="connsiteX118" fmla="*/ 674788 w 1456912"/>
              <a:gd name="connsiteY118" fmla="*/ 167531 h 556225"/>
              <a:gd name="connsiteX119" fmla="*/ 558275 w 1456912"/>
              <a:gd name="connsiteY119" fmla="*/ 310062 h 556225"/>
              <a:gd name="connsiteX120" fmla="*/ 586535 w 1456912"/>
              <a:gd name="connsiteY120" fmla="*/ 310062 h 556225"/>
              <a:gd name="connsiteX121" fmla="*/ 660703 w 1456912"/>
              <a:gd name="connsiteY121" fmla="*/ 134072 h 556225"/>
              <a:gd name="connsiteX122" fmla="*/ 646588 w 1456912"/>
              <a:gd name="connsiteY122" fmla="*/ 100553 h 556225"/>
              <a:gd name="connsiteX123" fmla="*/ 558275 w 1456912"/>
              <a:gd name="connsiteY123" fmla="*/ 310062 h 55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1456912" h="556225">
                <a:moveTo>
                  <a:pt x="0" y="51854"/>
                </a:moveTo>
                <a:lnTo>
                  <a:pt x="28188" y="23666"/>
                </a:lnTo>
                <a:lnTo>
                  <a:pt x="28188" y="535557"/>
                </a:lnTo>
                <a:lnTo>
                  <a:pt x="0" y="535557"/>
                </a:lnTo>
                <a:lnTo>
                  <a:pt x="0" y="51854"/>
                </a:lnTo>
                <a:close/>
                <a:moveTo>
                  <a:pt x="84564" y="28188"/>
                </a:moveTo>
                <a:lnTo>
                  <a:pt x="422811" y="28188"/>
                </a:lnTo>
                <a:lnTo>
                  <a:pt x="422811" y="0"/>
                </a:lnTo>
                <a:lnTo>
                  <a:pt x="56376" y="0"/>
                </a:lnTo>
                <a:lnTo>
                  <a:pt x="56376" y="338244"/>
                </a:lnTo>
                <a:lnTo>
                  <a:pt x="367711" y="338244"/>
                </a:lnTo>
                <a:lnTo>
                  <a:pt x="367711" y="310062"/>
                </a:lnTo>
                <a:lnTo>
                  <a:pt x="84564" y="310062"/>
                </a:lnTo>
                <a:lnTo>
                  <a:pt x="84564" y="28188"/>
                </a:lnTo>
                <a:close/>
                <a:moveTo>
                  <a:pt x="410152" y="253686"/>
                </a:moveTo>
                <a:lnTo>
                  <a:pt x="140937" y="253686"/>
                </a:lnTo>
                <a:lnTo>
                  <a:pt x="140937" y="140940"/>
                </a:lnTo>
                <a:lnTo>
                  <a:pt x="371171" y="140940"/>
                </a:lnTo>
                <a:lnTo>
                  <a:pt x="399359" y="112752"/>
                </a:lnTo>
                <a:lnTo>
                  <a:pt x="140937" y="112752"/>
                </a:lnTo>
                <a:lnTo>
                  <a:pt x="140937" y="84564"/>
                </a:lnTo>
                <a:lnTo>
                  <a:pt x="422811" y="84564"/>
                </a:lnTo>
                <a:lnTo>
                  <a:pt x="422811" y="56376"/>
                </a:lnTo>
                <a:lnTo>
                  <a:pt x="112749" y="56376"/>
                </a:lnTo>
                <a:lnTo>
                  <a:pt x="112749" y="281874"/>
                </a:lnTo>
                <a:lnTo>
                  <a:pt x="382334" y="281874"/>
                </a:lnTo>
                <a:lnTo>
                  <a:pt x="410152" y="253686"/>
                </a:lnTo>
                <a:close/>
                <a:moveTo>
                  <a:pt x="56376" y="535557"/>
                </a:moveTo>
                <a:lnTo>
                  <a:pt x="84564" y="535557"/>
                </a:lnTo>
                <a:lnTo>
                  <a:pt x="84564" y="394620"/>
                </a:lnTo>
                <a:lnTo>
                  <a:pt x="112752" y="394620"/>
                </a:lnTo>
                <a:lnTo>
                  <a:pt x="112752" y="511890"/>
                </a:lnTo>
                <a:lnTo>
                  <a:pt x="140940" y="483705"/>
                </a:lnTo>
                <a:lnTo>
                  <a:pt x="140940" y="394620"/>
                </a:lnTo>
                <a:lnTo>
                  <a:pt x="367714" y="394620"/>
                </a:lnTo>
                <a:lnTo>
                  <a:pt x="367714" y="366435"/>
                </a:lnTo>
                <a:lnTo>
                  <a:pt x="56376" y="366435"/>
                </a:lnTo>
                <a:lnTo>
                  <a:pt x="56376" y="535557"/>
                </a:lnTo>
                <a:close/>
                <a:moveTo>
                  <a:pt x="1428724" y="0"/>
                </a:moveTo>
                <a:lnTo>
                  <a:pt x="1428724" y="324156"/>
                </a:lnTo>
                <a:cubicBezTo>
                  <a:pt x="1428724" y="399584"/>
                  <a:pt x="1395069" y="464387"/>
                  <a:pt x="1316539" y="514089"/>
                </a:cubicBezTo>
                <a:lnTo>
                  <a:pt x="1315903" y="513258"/>
                </a:lnTo>
                <a:cubicBezTo>
                  <a:pt x="1367503" y="472336"/>
                  <a:pt x="1400536" y="419773"/>
                  <a:pt x="1400536" y="351869"/>
                </a:cubicBezTo>
                <a:lnTo>
                  <a:pt x="1400536" y="3"/>
                </a:lnTo>
                <a:lnTo>
                  <a:pt x="1372348" y="3"/>
                </a:lnTo>
                <a:lnTo>
                  <a:pt x="1372348" y="351400"/>
                </a:lnTo>
                <a:cubicBezTo>
                  <a:pt x="1372348" y="452590"/>
                  <a:pt x="1290318" y="528510"/>
                  <a:pt x="1189132" y="528510"/>
                </a:cubicBezTo>
                <a:cubicBezTo>
                  <a:pt x="1087946" y="528510"/>
                  <a:pt x="1005916" y="452587"/>
                  <a:pt x="1005916" y="351400"/>
                </a:cubicBezTo>
                <a:lnTo>
                  <a:pt x="1005916" y="23666"/>
                </a:lnTo>
                <a:lnTo>
                  <a:pt x="977728" y="51854"/>
                </a:lnTo>
                <a:lnTo>
                  <a:pt x="977728" y="351869"/>
                </a:lnTo>
                <a:cubicBezTo>
                  <a:pt x="977728" y="468625"/>
                  <a:pt x="1072376" y="556226"/>
                  <a:pt x="1189132" y="556226"/>
                </a:cubicBezTo>
                <a:cubicBezTo>
                  <a:pt x="1191834" y="556226"/>
                  <a:pt x="1217320" y="556226"/>
                  <a:pt x="1217320" y="556226"/>
                </a:cubicBezTo>
                <a:cubicBezTo>
                  <a:pt x="1332291" y="556226"/>
                  <a:pt x="1456912" y="471321"/>
                  <a:pt x="1456912" y="324566"/>
                </a:cubicBezTo>
                <a:cubicBezTo>
                  <a:pt x="1456912" y="324428"/>
                  <a:pt x="1456912" y="0"/>
                  <a:pt x="1456912" y="0"/>
                </a:cubicBezTo>
                <a:lnTo>
                  <a:pt x="1428724" y="0"/>
                </a:lnTo>
                <a:close/>
                <a:moveTo>
                  <a:pt x="1189132" y="500322"/>
                </a:moveTo>
                <a:cubicBezTo>
                  <a:pt x="1274706" y="500322"/>
                  <a:pt x="1344082" y="436948"/>
                  <a:pt x="1344160" y="351400"/>
                </a:cubicBezTo>
                <a:lnTo>
                  <a:pt x="1344160" y="351400"/>
                </a:lnTo>
                <a:lnTo>
                  <a:pt x="1344160" y="23666"/>
                </a:lnTo>
                <a:lnTo>
                  <a:pt x="1315972" y="51854"/>
                </a:lnTo>
                <a:lnTo>
                  <a:pt x="1315972" y="324153"/>
                </a:lnTo>
                <a:cubicBezTo>
                  <a:pt x="1315972" y="378637"/>
                  <a:pt x="1271801" y="415761"/>
                  <a:pt x="1217317" y="415761"/>
                </a:cubicBezTo>
                <a:cubicBezTo>
                  <a:pt x="1162833" y="415761"/>
                  <a:pt x="1118662" y="378637"/>
                  <a:pt x="1118662" y="324153"/>
                </a:cubicBezTo>
                <a:lnTo>
                  <a:pt x="1118662" y="3"/>
                </a:lnTo>
                <a:lnTo>
                  <a:pt x="1090474" y="3"/>
                </a:lnTo>
                <a:lnTo>
                  <a:pt x="1090474" y="324156"/>
                </a:lnTo>
                <a:cubicBezTo>
                  <a:pt x="1090474" y="394209"/>
                  <a:pt x="1147264" y="443951"/>
                  <a:pt x="1217317" y="443951"/>
                </a:cubicBezTo>
                <a:cubicBezTo>
                  <a:pt x="1245962" y="443951"/>
                  <a:pt x="1280732" y="429800"/>
                  <a:pt x="1304349" y="404889"/>
                </a:cubicBezTo>
                <a:lnTo>
                  <a:pt x="1304982" y="405720"/>
                </a:lnTo>
                <a:cubicBezTo>
                  <a:pt x="1282838" y="446784"/>
                  <a:pt x="1241907" y="472139"/>
                  <a:pt x="1189129" y="472139"/>
                </a:cubicBezTo>
                <a:cubicBezTo>
                  <a:pt x="1119507" y="472139"/>
                  <a:pt x="1062992" y="421734"/>
                  <a:pt x="1062303" y="352344"/>
                </a:cubicBezTo>
                <a:lnTo>
                  <a:pt x="1062286" y="352344"/>
                </a:lnTo>
                <a:lnTo>
                  <a:pt x="1062286" y="3"/>
                </a:lnTo>
                <a:lnTo>
                  <a:pt x="1034098" y="3"/>
                </a:lnTo>
                <a:lnTo>
                  <a:pt x="1034098" y="352341"/>
                </a:lnTo>
                <a:lnTo>
                  <a:pt x="1034113" y="352341"/>
                </a:lnTo>
                <a:cubicBezTo>
                  <a:pt x="1034703" y="437411"/>
                  <a:pt x="1103877" y="500322"/>
                  <a:pt x="1189132" y="500322"/>
                </a:cubicBezTo>
                <a:close/>
                <a:moveTo>
                  <a:pt x="562774" y="366435"/>
                </a:moveTo>
                <a:lnTo>
                  <a:pt x="491494" y="535557"/>
                </a:lnTo>
                <a:lnTo>
                  <a:pt x="519684" y="535554"/>
                </a:lnTo>
                <a:lnTo>
                  <a:pt x="519682" y="535557"/>
                </a:lnTo>
                <a:lnTo>
                  <a:pt x="519684" y="535557"/>
                </a:lnTo>
                <a:lnTo>
                  <a:pt x="555322" y="450996"/>
                </a:lnTo>
                <a:lnTo>
                  <a:pt x="794138" y="450996"/>
                </a:lnTo>
                <a:lnTo>
                  <a:pt x="829744" y="535557"/>
                </a:lnTo>
                <a:lnTo>
                  <a:pt x="857932" y="535557"/>
                </a:lnTo>
                <a:lnTo>
                  <a:pt x="810457" y="422808"/>
                </a:lnTo>
                <a:lnTo>
                  <a:pt x="567200" y="422808"/>
                </a:lnTo>
                <a:lnTo>
                  <a:pt x="579078" y="394620"/>
                </a:lnTo>
                <a:lnTo>
                  <a:pt x="826776" y="394620"/>
                </a:lnTo>
                <a:lnTo>
                  <a:pt x="886120" y="535557"/>
                </a:lnTo>
                <a:lnTo>
                  <a:pt x="914308" y="535557"/>
                </a:lnTo>
                <a:lnTo>
                  <a:pt x="843097" y="366435"/>
                </a:lnTo>
                <a:lnTo>
                  <a:pt x="562774" y="366435"/>
                </a:lnTo>
                <a:close/>
                <a:moveTo>
                  <a:pt x="604248" y="0"/>
                </a:moveTo>
                <a:lnTo>
                  <a:pt x="397091" y="491374"/>
                </a:lnTo>
                <a:lnTo>
                  <a:pt x="415032" y="515732"/>
                </a:lnTo>
                <a:lnTo>
                  <a:pt x="632437" y="0"/>
                </a:lnTo>
                <a:lnTo>
                  <a:pt x="604248" y="0"/>
                </a:lnTo>
                <a:close/>
                <a:moveTo>
                  <a:pt x="716998" y="3"/>
                </a:moveTo>
                <a:lnTo>
                  <a:pt x="934130" y="515735"/>
                </a:lnTo>
                <a:lnTo>
                  <a:pt x="952028" y="491377"/>
                </a:lnTo>
                <a:lnTo>
                  <a:pt x="745186" y="3"/>
                </a:lnTo>
                <a:lnTo>
                  <a:pt x="716998" y="3"/>
                </a:lnTo>
                <a:close/>
                <a:moveTo>
                  <a:pt x="546409" y="338247"/>
                </a:moveTo>
                <a:lnTo>
                  <a:pt x="463042" y="535557"/>
                </a:lnTo>
                <a:lnTo>
                  <a:pt x="434854" y="535557"/>
                </a:lnTo>
                <a:lnTo>
                  <a:pt x="646528" y="33467"/>
                </a:lnTo>
                <a:lnTo>
                  <a:pt x="762988" y="310059"/>
                </a:lnTo>
                <a:lnTo>
                  <a:pt x="791176" y="310059"/>
                </a:lnTo>
                <a:lnTo>
                  <a:pt x="660624" y="3"/>
                </a:lnTo>
                <a:lnTo>
                  <a:pt x="688812" y="3"/>
                </a:lnTo>
                <a:lnTo>
                  <a:pt x="831231" y="338247"/>
                </a:lnTo>
                <a:lnTo>
                  <a:pt x="546409" y="338247"/>
                </a:lnTo>
                <a:close/>
                <a:moveTo>
                  <a:pt x="674788" y="167531"/>
                </a:moveTo>
                <a:lnTo>
                  <a:pt x="614721" y="310062"/>
                </a:lnTo>
                <a:lnTo>
                  <a:pt x="734800" y="310062"/>
                </a:lnTo>
                <a:lnTo>
                  <a:pt x="674788" y="167531"/>
                </a:lnTo>
                <a:close/>
                <a:moveTo>
                  <a:pt x="558275" y="310062"/>
                </a:moveTo>
                <a:lnTo>
                  <a:pt x="586535" y="310062"/>
                </a:lnTo>
                <a:lnTo>
                  <a:pt x="660703" y="134072"/>
                </a:lnTo>
                <a:lnTo>
                  <a:pt x="646588" y="100553"/>
                </a:lnTo>
                <a:lnTo>
                  <a:pt x="558275" y="310062"/>
                </a:lnTo>
                <a:close/>
              </a:path>
            </a:pathLst>
          </a:custGeom>
          <a:solidFill>
            <a:schemeClr val="tx1"/>
          </a:solidFill>
          <a:ln w="2892" cap="flat">
            <a:noFill/>
            <a:prstDash val="solid"/>
            <a:miter/>
          </a:ln>
        </p:spPr>
        <p:txBody>
          <a:bodyPr rtlCol="0" anchor="ctr"/>
          <a:lstStyle/>
          <a:p>
            <a:endParaRPr lang="de-DE"/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0C3B9D07-F821-46AB-95B1-D19222D00FD7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62" name="Gerader Verbinder 61">
              <a:extLst>
                <a:ext uri="{FF2B5EF4-FFF2-40B4-BE49-F238E27FC236}">
                  <a16:creationId xmlns:a16="http://schemas.microsoft.com/office/drawing/2014/main" id="{22380010-0050-441D-BA9C-97B58351587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13F555F-C26E-4B21-A77C-6CA7380155F8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64" name="Gruppieren 63">
            <a:extLst>
              <a:ext uri="{FF2B5EF4-FFF2-40B4-BE49-F238E27FC236}">
                <a16:creationId xmlns:a16="http://schemas.microsoft.com/office/drawing/2014/main" id="{705760C0-8935-4141-9AEE-BB96816B3799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66" name="Gerader Verbinder 65">
              <a:extLst>
                <a:ext uri="{FF2B5EF4-FFF2-40B4-BE49-F238E27FC236}">
                  <a16:creationId xmlns:a16="http://schemas.microsoft.com/office/drawing/2014/main" id="{EBE9DAC0-7790-4611-B602-40B3CD18C7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1FBE1EE4-3D10-40E7-9F1E-627A51E59C6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68" name="Gruppieren 67">
            <a:extLst>
              <a:ext uri="{FF2B5EF4-FFF2-40B4-BE49-F238E27FC236}">
                <a16:creationId xmlns:a16="http://schemas.microsoft.com/office/drawing/2014/main" id="{B25E0919-4E1B-4A97-A1C2-6AE7D2A59920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849FBB7D-3378-4F36-B80B-3E0BDCA8343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6141066E-6566-420D-B6EB-886DF25CCD11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87A742EA-EC3D-47DE-9C2D-533639983C8D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72" name="Gerader Verbinder 71">
              <a:extLst>
                <a:ext uri="{FF2B5EF4-FFF2-40B4-BE49-F238E27FC236}">
                  <a16:creationId xmlns:a16="http://schemas.microsoft.com/office/drawing/2014/main" id="{846719FD-F8B1-447D-8561-7A1E238E8A5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2ABDBC31-5895-4E49-887D-433A43B32DB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EF4BF1C-C847-48A1-A7BF-3BEE82EF1C59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75" name="Gerader Verbinder 74">
              <a:extLst>
                <a:ext uri="{FF2B5EF4-FFF2-40B4-BE49-F238E27FC236}">
                  <a16:creationId xmlns:a16="http://schemas.microsoft.com/office/drawing/2014/main" id="{1CF60061-B6B2-4FE6-9482-278DFD418BD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feld 75">
              <a:extLst>
                <a:ext uri="{FF2B5EF4-FFF2-40B4-BE49-F238E27FC236}">
                  <a16:creationId xmlns:a16="http://schemas.microsoft.com/office/drawing/2014/main" id="{73D29742-39CB-41E5-B346-BADC9743E285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D55A5473-7182-4B24-8843-51E2ADF3D492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204A095A-3A24-4259-92A8-4500898AC0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feld 78">
              <a:extLst>
                <a:ext uri="{FF2B5EF4-FFF2-40B4-BE49-F238E27FC236}">
                  <a16:creationId xmlns:a16="http://schemas.microsoft.com/office/drawing/2014/main" id="{82971EAD-9159-4D12-8726-4FBE6AFA23F0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D1FF9524-93DA-476B-89EA-9E475617F2D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81" name="Gerader Verbinder 80">
              <a:extLst>
                <a:ext uri="{FF2B5EF4-FFF2-40B4-BE49-F238E27FC236}">
                  <a16:creationId xmlns:a16="http://schemas.microsoft.com/office/drawing/2014/main" id="{8DFFD401-DC7D-4F6D-82BF-DC6E357E59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feld 81">
              <a:extLst>
                <a:ext uri="{FF2B5EF4-FFF2-40B4-BE49-F238E27FC236}">
                  <a16:creationId xmlns:a16="http://schemas.microsoft.com/office/drawing/2014/main" id="{36A6CE9C-ECB8-42E6-B61D-3A0F3C4D7A56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20076CAA-CFEC-4359-9762-07ED0661EE26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84" name="Gerader Verbinder 83">
              <a:extLst>
                <a:ext uri="{FF2B5EF4-FFF2-40B4-BE49-F238E27FC236}">
                  <a16:creationId xmlns:a16="http://schemas.microsoft.com/office/drawing/2014/main" id="{91EF761B-D6BF-475C-8903-456E1F0576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413A99B1-6C23-41A6-A82B-0EC01B779471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16CE4EF7-E819-4747-A9E4-8C86F991481E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87" name="Gerader Verbinder 86">
              <a:extLst>
                <a:ext uri="{FF2B5EF4-FFF2-40B4-BE49-F238E27FC236}">
                  <a16:creationId xmlns:a16="http://schemas.microsoft.com/office/drawing/2014/main" id="{3B78DE36-86EF-463F-A7E5-0CD3043C9F4D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AD15804-28A7-4690-889A-7D8A91A7D478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9023C4F7-97EF-4D2F-9223-1AFEE89D9C68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D5072DFD-BA29-43BB-A0B1-01F593A0242E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A9C77A6D-E177-4B69-A5A1-6B77E4229F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701274C6-5A42-4082-BC4B-8532BFB4CC40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115" name="Grafik 3">
            <a:extLst>
              <a:ext uri="{FF2B5EF4-FFF2-40B4-BE49-F238E27FC236}">
                <a16:creationId xmlns:a16="http://schemas.microsoft.com/office/drawing/2014/main" id="{BA8C8498-B3FB-4699-8D3B-C2363E24DDD2}"/>
              </a:ext>
            </a:extLst>
          </p:cNvPr>
          <p:cNvGrpSpPr/>
          <p:nvPr userDrawn="1"/>
        </p:nvGrpSpPr>
        <p:grpSpPr>
          <a:xfrm>
            <a:off x="510639" y="293688"/>
            <a:ext cx="2631832" cy="563562"/>
            <a:chOff x="4011188" y="1936931"/>
            <a:chExt cx="6776742" cy="1451124"/>
          </a:xfrm>
          <a:solidFill>
            <a:schemeClr val="tx1"/>
          </a:solidFill>
        </p:grpSpPr>
        <p:sp>
          <p:nvSpPr>
            <p:cNvPr id="116" name="Freihandform: Form 115">
              <a:extLst>
                <a:ext uri="{FF2B5EF4-FFF2-40B4-BE49-F238E27FC236}">
                  <a16:creationId xmlns:a16="http://schemas.microsoft.com/office/drawing/2014/main" id="{CDB6A0FC-BBCF-4363-981A-716E0AAD602B}"/>
                </a:ext>
              </a:extLst>
            </p:cNvPr>
            <p:cNvSpPr/>
            <p:nvPr/>
          </p:nvSpPr>
          <p:spPr>
            <a:xfrm>
              <a:off x="4034676" y="1955336"/>
              <a:ext cx="203537" cy="324184"/>
            </a:xfrm>
            <a:custGeom>
              <a:avLst/>
              <a:gdLst>
                <a:gd name="connsiteX0" fmla="*/ 203538 w 203537"/>
                <a:gd name="connsiteY0" fmla="*/ 52963 h 324184"/>
                <a:gd name="connsiteX1" fmla="*/ 57561 w 203537"/>
                <a:gd name="connsiteY1" fmla="*/ 52963 h 324184"/>
                <a:gd name="connsiteX2" fmla="*/ 57561 w 203537"/>
                <a:gd name="connsiteY2" fmla="*/ 133551 h 324184"/>
                <a:gd name="connsiteX3" fmla="*/ 166694 w 203537"/>
                <a:gd name="connsiteY3" fmla="*/ 133551 h 324184"/>
                <a:gd name="connsiteX4" fmla="*/ 166694 w 203537"/>
                <a:gd name="connsiteY4" fmla="*/ 186045 h 324184"/>
                <a:gd name="connsiteX5" fmla="*/ 57561 w 203537"/>
                <a:gd name="connsiteY5" fmla="*/ 186045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63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63"/>
                  </a:moveTo>
                  <a:lnTo>
                    <a:pt x="57561" y="52963"/>
                  </a:lnTo>
                  <a:lnTo>
                    <a:pt x="57561" y="133551"/>
                  </a:lnTo>
                  <a:lnTo>
                    <a:pt x="166694" y="133551"/>
                  </a:lnTo>
                  <a:lnTo>
                    <a:pt x="166694" y="186045"/>
                  </a:lnTo>
                  <a:lnTo>
                    <a:pt x="57561" y="186045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7" name="Freihandform: Form 116">
              <a:extLst>
                <a:ext uri="{FF2B5EF4-FFF2-40B4-BE49-F238E27FC236}">
                  <a16:creationId xmlns:a16="http://schemas.microsoft.com/office/drawing/2014/main" id="{16474B78-4F38-4264-98D4-D30CA84AC80E}"/>
                </a:ext>
              </a:extLst>
            </p:cNvPr>
            <p:cNvSpPr/>
            <p:nvPr/>
          </p:nvSpPr>
          <p:spPr>
            <a:xfrm>
              <a:off x="426950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94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84 w 141832"/>
                <a:gd name="connsiteY7" fmla="*/ 5979 h 240364"/>
                <a:gd name="connsiteX8" fmla="*/ 53884 w 141832"/>
                <a:gd name="connsiteY8" fmla="*/ 35454 h 240364"/>
                <a:gd name="connsiteX9" fmla="*/ 54797 w 141832"/>
                <a:gd name="connsiteY9" fmla="*/ 35454 h 240364"/>
                <a:gd name="connsiteX10" fmla="*/ 116041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800" y="56631"/>
                    <a:pt x="114668" y="53868"/>
                    <a:pt x="102694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84" y="5979"/>
                  </a:lnTo>
                  <a:lnTo>
                    <a:pt x="53884" y="35454"/>
                  </a:lnTo>
                  <a:lnTo>
                    <a:pt x="54797" y="35454"/>
                  </a:lnTo>
                  <a:cubicBezTo>
                    <a:pt x="67232" y="13348"/>
                    <a:pt x="89338" y="0"/>
                    <a:pt x="116041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750361AA-FFAB-4953-A499-FA36FB58F7A6}"/>
                </a:ext>
              </a:extLst>
            </p:cNvPr>
            <p:cNvSpPr/>
            <p:nvPr/>
          </p:nvSpPr>
          <p:spPr>
            <a:xfrm>
              <a:off x="4450268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5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5 w 69542"/>
                <a:gd name="connsiteY8" fmla="*/ 104076 h 338461"/>
                <a:gd name="connsiteX9" fmla="*/ 62175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76" y="0"/>
                    <a:pt x="69543" y="14277"/>
                    <a:pt x="69543" y="33160"/>
                  </a:cubicBezTo>
                  <a:close/>
                  <a:moveTo>
                    <a:pt x="6217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5" y="104076"/>
                  </a:lnTo>
                  <a:lnTo>
                    <a:pt x="6217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056166AE-E09C-4601-9BAA-382FC22D4469}"/>
                </a:ext>
              </a:extLst>
            </p:cNvPr>
            <p:cNvSpPr/>
            <p:nvPr/>
          </p:nvSpPr>
          <p:spPr>
            <a:xfrm>
              <a:off x="4570153" y="2039148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6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8"/>
                    <a:pt x="83360" y="198924"/>
                    <a:pt x="116511" y="198924"/>
                  </a:cubicBezTo>
                  <a:cubicBezTo>
                    <a:pt x="138157" y="198924"/>
                    <a:pt x="155657" y="190634"/>
                    <a:pt x="174079" y="171291"/>
                  </a:cubicBezTo>
                  <a:lnTo>
                    <a:pt x="208152" y="207214"/>
                  </a:lnTo>
                  <a:cubicBezTo>
                    <a:pt x="181431" y="233465"/>
                    <a:pt x="151495" y="245900"/>
                    <a:pt x="116042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6"/>
                    <a:pt x="109125" y="45126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0" name="Freihandform: Form 119">
              <a:extLst>
                <a:ext uri="{FF2B5EF4-FFF2-40B4-BE49-F238E27FC236}">
                  <a16:creationId xmlns:a16="http://schemas.microsoft.com/office/drawing/2014/main" id="{F86D92C2-582A-4B29-9805-84BE192C633C}"/>
                </a:ext>
              </a:extLst>
            </p:cNvPr>
            <p:cNvSpPr/>
            <p:nvPr/>
          </p:nvSpPr>
          <p:spPr>
            <a:xfrm>
              <a:off x="4831929" y="1936931"/>
              <a:ext cx="219187" cy="348116"/>
            </a:xfrm>
            <a:custGeom>
              <a:avLst/>
              <a:gdLst>
                <a:gd name="connsiteX0" fmla="*/ 0 w 219187"/>
                <a:gd name="connsiteY0" fmla="*/ 224706 h 348116"/>
                <a:gd name="connsiteX1" fmla="*/ 95317 w 219187"/>
                <a:gd name="connsiteY1" fmla="*/ 102217 h 348116"/>
                <a:gd name="connsiteX2" fmla="*/ 163478 w 219187"/>
                <a:gd name="connsiteY2" fmla="*/ 133986 h 348116"/>
                <a:gd name="connsiteX3" fmla="*/ 164391 w 219187"/>
                <a:gd name="connsiteY3" fmla="*/ 133986 h 348116"/>
                <a:gd name="connsiteX4" fmla="*/ 164391 w 219187"/>
                <a:gd name="connsiteY4" fmla="*/ 13808 h 348116"/>
                <a:gd name="connsiteX5" fmla="*/ 219188 w 219187"/>
                <a:gd name="connsiteY5" fmla="*/ 0 h 348116"/>
                <a:gd name="connsiteX6" fmla="*/ 219188 w 219187"/>
                <a:gd name="connsiteY6" fmla="*/ 342590 h 348116"/>
                <a:gd name="connsiteX7" fmla="*/ 165773 w 219187"/>
                <a:gd name="connsiteY7" fmla="*/ 342590 h 348116"/>
                <a:gd name="connsiteX8" fmla="*/ 165773 w 219187"/>
                <a:gd name="connsiteY8" fmla="*/ 314957 h 348116"/>
                <a:gd name="connsiteX9" fmla="*/ 164851 w 219187"/>
                <a:gd name="connsiteY9" fmla="*/ 314957 h 348116"/>
                <a:gd name="connsiteX10" fmla="*/ 94404 w 219187"/>
                <a:gd name="connsiteY10" fmla="*/ 348117 h 348116"/>
                <a:gd name="connsiteX11" fmla="*/ 0 w 219187"/>
                <a:gd name="connsiteY11" fmla="*/ 224706 h 348116"/>
                <a:gd name="connsiteX12" fmla="*/ 54328 w 219187"/>
                <a:gd name="connsiteY12" fmla="*/ 224706 h 348116"/>
                <a:gd name="connsiteX13" fmla="*/ 108664 w 219187"/>
                <a:gd name="connsiteY13" fmla="*/ 299767 h 348116"/>
                <a:gd name="connsiteX14" fmla="*/ 164383 w 219187"/>
                <a:gd name="connsiteY14" fmla="*/ 268911 h 348116"/>
                <a:gd name="connsiteX15" fmla="*/ 164383 w 219187"/>
                <a:gd name="connsiteY15" fmla="*/ 183265 h 348116"/>
                <a:gd name="connsiteX16" fmla="*/ 108664 w 219187"/>
                <a:gd name="connsiteY16" fmla="*/ 151956 h 348116"/>
                <a:gd name="connsiteX17" fmla="*/ 54328 w 219187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87" h="348116">
                  <a:moveTo>
                    <a:pt x="0" y="224706"/>
                  </a:moveTo>
                  <a:cubicBezTo>
                    <a:pt x="0" y="149185"/>
                    <a:pt x="38217" y="102217"/>
                    <a:pt x="95317" y="102217"/>
                  </a:cubicBezTo>
                  <a:cubicBezTo>
                    <a:pt x="124792" y="102217"/>
                    <a:pt x="147819" y="114643"/>
                    <a:pt x="163478" y="133986"/>
                  </a:cubicBezTo>
                  <a:lnTo>
                    <a:pt x="164391" y="133986"/>
                  </a:lnTo>
                  <a:lnTo>
                    <a:pt x="164391" y="13808"/>
                  </a:lnTo>
                  <a:lnTo>
                    <a:pt x="219188" y="0"/>
                  </a:lnTo>
                  <a:lnTo>
                    <a:pt x="219188" y="342590"/>
                  </a:lnTo>
                  <a:lnTo>
                    <a:pt x="165773" y="342590"/>
                  </a:lnTo>
                  <a:lnTo>
                    <a:pt x="165773" y="314957"/>
                  </a:lnTo>
                  <a:lnTo>
                    <a:pt x="164851" y="314957"/>
                  </a:lnTo>
                  <a:cubicBezTo>
                    <a:pt x="147819" y="335682"/>
                    <a:pt x="123410" y="348117"/>
                    <a:pt x="94404" y="348117"/>
                  </a:cubicBezTo>
                  <a:cubicBezTo>
                    <a:pt x="38677" y="348117"/>
                    <a:pt x="0" y="300689"/>
                    <a:pt x="0" y="224706"/>
                  </a:cubicBezTo>
                  <a:close/>
                  <a:moveTo>
                    <a:pt x="54328" y="224706"/>
                  </a:moveTo>
                  <a:cubicBezTo>
                    <a:pt x="54328" y="272595"/>
                    <a:pt x="74131" y="299767"/>
                    <a:pt x="108664" y="299767"/>
                  </a:cubicBezTo>
                  <a:cubicBezTo>
                    <a:pt x="129849" y="299767"/>
                    <a:pt x="147351" y="289635"/>
                    <a:pt x="164383" y="268911"/>
                  </a:cubicBezTo>
                  <a:lnTo>
                    <a:pt x="164383" y="183265"/>
                  </a:lnTo>
                  <a:cubicBezTo>
                    <a:pt x="148732" y="162088"/>
                    <a:pt x="130762" y="151956"/>
                    <a:pt x="108664" y="151956"/>
                  </a:cubicBezTo>
                  <a:cubicBezTo>
                    <a:pt x="73210" y="151956"/>
                    <a:pt x="54328" y="177739"/>
                    <a:pt x="54328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118F9F96-378C-44FD-B853-EB8BD3F0E874}"/>
                </a:ext>
              </a:extLst>
            </p:cNvPr>
            <p:cNvSpPr/>
            <p:nvPr/>
          </p:nvSpPr>
          <p:spPr>
            <a:xfrm>
              <a:off x="5122486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2 w 141832"/>
                <a:gd name="connsiteY1" fmla="*/ 61236 h 240364"/>
                <a:gd name="connsiteX2" fmla="*/ 102686 w 141832"/>
                <a:gd name="connsiteY2" fmla="*/ 53868 h 240364"/>
                <a:gd name="connsiteX3" fmla="*/ 54797 w 141832"/>
                <a:gd name="connsiteY3" fmla="*/ 120178 h 240364"/>
                <a:gd name="connsiteX4" fmla="*/ 54797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7 w 141832"/>
                <a:gd name="connsiteY9" fmla="*/ 35454 h 240364"/>
                <a:gd name="connsiteX10" fmla="*/ 116033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2" y="61236"/>
                  </a:lnTo>
                  <a:cubicBezTo>
                    <a:pt x="124792" y="56631"/>
                    <a:pt x="114660" y="53868"/>
                    <a:pt x="102686" y="53868"/>
                  </a:cubicBezTo>
                  <a:cubicBezTo>
                    <a:pt x="64929" y="53868"/>
                    <a:pt x="54797" y="84264"/>
                    <a:pt x="54797" y="120178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3" y="0"/>
                  </a:cubicBezTo>
                  <a:cubicBezTo>
                    <a:pt x="123871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8042DCA9-4694-4769-A5A3-FC344870A4EA}"/>
                </a:ext>
              </a:extLst>
            </p:cNvPr>
            <p:cNvSpPr/>
            <p:nvPr/>
          </p:nvSpPr>
          <p:spPr>
            <a:xfrm>
              <a:off x="5303239" y="1941059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3" name="Freihandform: Form 122">
              <a:extLst>
                <a:ext uri="{FF2B5EF4-FFF2-40B4-BE49-F238E27FC236}">
                  <a16:creationId xmlns:a16="http://schemas.microsoft.com/office/drawing/2014/main" id="{F00A25A4-1F62-4078-A44B-C4D4D70E444D}"/>
                </a:ext>
              </a:extLst>
            </p:cNvPr>
            <p:cNvSpPr/>
            <p:nvPr/>
          </p:nvSpPr>
          <p:spPr>
            <a:xfrm>
              <a:off x="5424179" y="2039156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2"/>
                    <a:pt x="112809" y="50192"/>
                  </a:cubicBezTo>
                  <a:cubicBezTo>
                    <a:pt x="78277" y="50192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71" y="196161"/>
                    <a:pt x="145509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4" name="Freihandform: Form 123">
              <a:extLst>
                <a:ext uri="{FF2B5EF4-FFF2-40B4-BE49-F238E27FC236}">
                  <a16:creationId xmlns:a16="http://schemas.microsoft.com/office/drawing/2014/main" id="{28CFB822-A07B-4A27-9078-A5D01175B870}"/>
                </a:ext>
              </a:extLst>
            </p:cNvPr>
            <p:cNvSpPr/>
            <p:nvPr/>
          </p:nvSpPr>
          <p:spPr>
            <a:xfrm>
              <a:off x="5668731" y="1936931"/>
              <a:ext cx="201695" cy="342590"/>
            </a:xfrm>
            <a:custGeom>
              <a:avLst/>
              <a:gdLst>
                <a:gd name="connsiteX0" fmla="*/ 201695 w 201695"/>
                <a:gd name="connsiteY0" fmla="*/ 342590 h 342590"/>
                <a:gd name="connsiteX1" fmla="*/ 146898 w 201695"/>
                <a:gd name="connsiteY1" fmla="*/ 342590 h 342590"/>
                <a:gd name="connsiteX2" fmla="*/ 146898 w 201695"/>
                <a:gd name="connsiteY2" fmla="*/ 208587 h 342590"/>
                <a:gd name="connsiteX3" fmla="*/ 103607 w 201695"/>
                <a:gd name="connsiteY3" fmla="*/ 151487 h 342590"/>
                <a:gd name="connsiteX4" fmla="*/ 54797 w 201695"/>
                <a:gd name="connsiteY4" fmla="*/ 208135 h 342590"/>
                <a:gd name="connsiteX5" fmla="*/ 54797 w 201695"/>
                <a:gd name="connsiteY5" fmla="*/ 342590 h 342590"/>
                <a:gd name="connsiteX6" fmla="*/ 0 w 201695"/>
                <a:gd name="connsiteY6" fmla="*/ 342590 h 342590"/>
                <a:gd name="connsiteX7" fmla="*/ 0 w 201695"/>
                <a:gd name="connsiteY7" fmla="*/ 13808 h 342590"/>
                <a:gd name="connsiteX8" fmla="*/ 54797 w 201695"/>
                <a:gd name="connsiteY8" fmla="*/ 0 h 342590"/>
                <a:gd name="connsiteX9" fmla="*/ 54797 w 201695"/>
                <a:gd name="connsiteY9" fmla="*/ 136298 h 342590"/>
                <a:gd name="connsiteX10" fmla="*/ 55718 w 201695"/>
                <a:gd name="connsiteY10" fmla="*/ 136298 h 342590"/>
                <a:gd name="connsiteX11" fmla="*/ 124323 w 201695"/>
                <a:gd name="connsiteY11" fmla="*/ 102225 h 342590"/>
                <a:gd name="connsiteX12" fmla="*/ 201687 w 201695"/>
                <a:gd name="connsiteY12" fmla="*/ 197082 h 342590"/>
                <a:gd name="connsiteX13" fmla="*/ 201687 w 201695"/>
                <a:gd name="connsiteY13" fmla="*/ 342590 h 342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0">
                  <a:moveTo>
                    <a:pt x="201695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297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0"/>
                  </a:lnTo>
                  <a:lnTo>
                    <a:pt x="0" y="342590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5" name="Freihandform: Form 124">
              <a:extLst>
                <a:ext uri="{FF2B5EF4-FFF2-40B4-BE49-F238E27FC236}">
                  <a16:creationId xmlns:a16="http://schemas.microsoft.com/office/drawing/2014/main" id="{DBCC3206-8DD2-4C8A-B7F6-9C59E5A9FED9}"/>
                </a:ext>
              </a:extLst>
            </p:cNvPr>
            <p:cNvSpPr/>
            <p:nvPr/>
          </p:nvSpPr>
          <p:spPr>
            <a:xfrm>
              <a:off x="5933312" y="2109603"/>
              <a:ext cx="115120" cy="52033"/>
            </a:xfrm>
            <a:custGeom>
              <a:avLst/>
              <a:gdLst>
                <a:gd name="connsiteX0" fmla="*/ 115121 w 115120"/>
                <a:gd name="connsiteY0" fmla="*/ 52034 h 52033"/>
                <a:gd name="connsiteX1" fmla="*/ 0 w 115120"/>
                <a:gd name="connsiteY1" fmla="*/ 52034 h 52033"/>
                <a:gd name="connsiteX2" fmla="*/ 0 w 115120"/>
                <a:gd name="connsiteY2" fmla="*/ 0 h 52033"/>
                <a:gd name="connsiteX3" fmla="*/ 115121 w 115120"/>
                <a:gd name="connsiteY3" fmla="*/ 0 h 52033"/>
                <a:gd name="connsiteX4" fmla="*/ 115121 w 115120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20" h="52033">
                  <a:moveTo>
                    <a:pt x="115121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1" y="0"/>
                  </a:lnTo>
                  <a:lnTo>
                    <a:pt x="115121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6" name="Freihandform: Form 125">
              <a:extLst>
                <a:ext uri="{FF2B5EF4-FFF2-40B4-BE49-F238E27FC236}">
                  <a16:creationId xmlns:a16="http://schemas.microsoft.com/office/drawing/2014/main" id="{424D3113-E668-441E-8951-A32BE015C3B0}"/>
                </a:ext>
              </a:extLst>
            </p:cNvPr>
            <p:cNvSpPr/>
            <p:nvPr/>
          </p:nvSpPr>
          <p:spPr>
            <a:xfrm>
              <a:off x="6076636" y="1955336"/>
              <a:ext cx="302078" cy="324184"/>
            </a:xfrm>
            <a:custGeom>
              <a:avLst/>
              <a:gdLst>
                <a:gd name="connsiteX0" fmla="*/ 120647 w 302078"/>
                <a:gd name="connsiteY0" fmla="*/ 0 h 324184"/>
                <a:gd name="connsiteX1" fmla="*/ 181431 w 302078"/>
                <a:gd name="connsiteY1" fmla="*/ 0 h 324184"/>
                <a:gd name="connsiteX2" fmla="*/ 302079 w 302078"/>
                <a:gd name="connsiteY2" fmla="*/ 324185 h 324184"/>
                <a:gd name="connsiteX3" fmla="*/ 238991 w 302078"/>
                <a:gd name="connsiteY3" fmla="*/ 324185 h 324184"/>
                <a:gd name="connsiteX4" fmla="*/ 215503 w 302078"/>
                <a:gd name="connsiteY4" fmla="*/ 255111 h 324184"/>
                <a:gd name="connsiteX5" fmla="*/ 84732 w 302078"/>
                <a:gd name="connsiteY5" fmla="*/ 255111 h 324184"/>
                <a:gd name="connsiteX6" fmla="*/ 61244 w 302078"/>
                <a:gd name="connsiteY6" fmla="*/ 324185 h 324184"/>
                <a:gd name="connsiteX7" fmla="*/ 0 w 302078"/>
                <a:gd name="connsiteY7" fmla="*/ 324185 h 324184"/>
                <a:gd name="connsiteX8" fmla="*/ 120647 w 302078"/>
                <a:gd name="connsiteY8" fmla="*/ 0 h 324184"/>
                <a:gd name="connsiteX9" fmla="*/ 102686 w 302078"/>
                <a:gd name="connsiteY9" fmla="*/ 203538 h 324184"/>
                <a:gd name="connsiteX10" fmla="*/ 197542 w 302078"/>
                <a:gd name="connsiteY10" fmla="*/ 203538 h 324184"/>
                <a:gd name="connsiteX11" fmla="*/ 150575 w 302078"/>
                <a:gd name="connsiteY11" fmla="*/ 65859 h 324184"/>
                <a:gd name="connsiteX12" fmla="*/ 149654 w 302078"/>
                <a:gd name="connsiteY12" fmla="*/ 65859 h 324184"/>
                <a:gd name="connsiteX13" fmla="*/ 102686 w 302078"/>
                <a:gd name="connsiteY13" fmla="*/ 203538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02078" h="324184">
                  <a:moveTo>
                    <a:pt x="120647" y="0"/>
                  </a:moveTo>
                  <a:lnTo>
                    <a:pt x="181431" y="0"/>
                  </a:lnTo>
                  <a:lnTo>
                    <a:pt x="302079" y="324185"/>
                  </a:lnTo>
                  <a:lnTo>
                    <a:pt x="238991" y="324185"/>
                  </a:lnTo>
                  <a:lnTo>
                    <a:pt x="215503" y="255111"/>
                  </a:lnTo>
                  <a:lnTo>
                    <a:pt x="84732" y="255111"/>
                  </a:lnTo>
                  <a:lnTo>
                    <a:pt x="61244" y="324185"/>
                  </a:lnTo>
                  <a:lnTo>
                    <a:pt x="0" y="324185"/>
                  </a:lnTo>
                  <a:lnTo>
                    <a:pt x="120647" y="0"/>
                  </a:lnTo>
                  <a:close/>
                  <a:moveTo>
                    <a:pt x="102686" y="203538"/>
                  </a:moveTo>
                  <a:lnTo>
                    <a:pt x="197542" y="203538"/>
                  </a:lnTo>
                  <a:lnTo>
                    <a:pt x="150575" y="65859"/>
                  </a:lnTo>
                  <a:lnTo>
                    <a:pt x="149654" y="65859"/>
                  </a:lnTo>
                  <a:lnTo>
                    <a:pt x="102686" y="2035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7" name="Freihandform: Form 126">
              <a:extLst>
                <a:ext uri="{FF2B5EF4-FFF2-40B4-BE49-F238E27FC236}">
                  <a16:creationId xmlns:a16="http://schemas.microsoft.com/office/drawing/2014/main" id="{970453C7-F0DE-47F0-A556-633D71E12AF3}"/>
                </a:ext>
              </a:extLst>
            </p:cNvPr>
            <p:cNvSpPr/>
            <p:nvPr/>
          </p:nvSpPr>
          <p:spPr>
            <a:xfrm>
              <a:off x="6426787" y="1937383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8" name="Freihandform: Form 127">
              <a:extLst>
                <a:ext uri="{FF2B5EF4-FFF2-40B4-BE49-F238E27FC236}">
                  <a16:creationId xmlns:a16="http://schemas.microsoft.com/office/drawing/2014/main" id="{4F84A0C8-4213-4B72-A3AD-CD286700FA17}"/>
                </a:ext>
              </a:extLst>
            </p:cNvPr>
            <p:cNvSpPr/>
            <p:nvPr/>
          </p:nvSpPr>
          <p:spPr>
            <a:xfrm>
              <a:off x="6541003" y="2039148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0 w 214130"/>
                <a:gd name="connsiteY3" fmla="*/ 119266 h 245899"/>
                <a:gd name="connsiteX4" fmla="*/ 213209 w 214130"/>
                <a:gd name="connsiteY4" fmla="*/ 141824 h 245899"/>
                <a:gd name="connsiteX5" fmla="*/ 55726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6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0" y="46968"/>
                    <a:pt x="214130" y="119266"/>
                  </a:cubicBezTo>
                  <a:cubicBezTo>
                    <a:pt x="214130" y="127095"/>
                    <a:pt x="213670" y="135385"/>
                    <a:pt x="213209" y="141824"/>
                  </a:cubicBezTo>
                  <a:lnTo>
                    <a:pt x="55726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31" y="233465"/>
                    <a:pt x="151487" y="245900"/>
                    <a:pt x="116033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72" y="65850"/>
                    <a:pt x="139990" y="45126"/>
                    <a:pt x="109134" y="45126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29" name="Freihandform: Form 128">
              <a:extLst>
                <a:ext uri="{FF2B5EF4-FFF2-40B4-BE49-F238E27FC236}">
                  <a16:creationId xmlns:a16="http://schemas.microsoft.com/office/drawing/2014/main" id="{81DDED70-42A5-47B0-97F2-08BDBD624DBB}"/>
                </a:ext>
              </a:extLst>
            </p:cNvPr>
            <p:cNvSpPr/>
            <p:nvPr/>
          </p:nvSpPr>
          <p:spPr>
            <a:xfrm>
              <a:off x="6784224" y="2045127"/>
              <a:ext cx="224245" cy="234394"/>
            </a:xfrm>
            <a:custGeom>
              <a:avLst/>
              <a:gdLst>
                <a:gd name="connsiteX0" fmla="*/ 224245 w 224245"/>
                <a:gd name="connsiteY0" fmla="*/ 234395 h 234394"/>
                <a:gd name="connsiteX1" fmla="*/ 161619 w 224245"/>
                <a:gd name="connsiteY1" fmla="*/ 234395 h 234394"/>
                <a:gd name="connsiteX2" fmla="*/ 111427 w 224245"/>
                <a:gd name="connsiteY2" fmla="*/ 153346 h 234394"/>
                <a:gd name="connsiteX3" fmla="*/ 110515 w 224245"/>
                <a:gd name="connsiteY3" fmla="*/ 153346 h 234394"/>
                <a:gd name="connsiteX4" fmla="*/ 61697 w 224245"/>
                <a:gd name="connsiteY4" fmla="*/ 234395 h 234394"/>
                <a:gd name="connsiteX5" fmla="*/ 0 w 224245"/>
                <a:gd name="connsiteY5" fmla="*/ 234395 h 234394"/>
                <a:gd name="connsiteX6" fmla="*/ 80119 w 224245"/>
                <a:gd name="connsiteY6" fmla="*/ 112826 h 234394"/>
                <a:gd name="connsiteX7" fmla="*/ 5979 w 224245"/>
                <a:gd name="connsiteY7" fmla="*/ 0 h 234394"/>
                <a:gd name="connsiteX8" fmla="*/ 67684 w 224245"/>
                <a:gd name="connsiteY8" fmla="*/ 0 h 234394"/>
                <a:gd name="connsiteX9" fmla="*/ 111888 w 224245"/>
                <a:gd name="connsiteY9" fmla="*/ 71837 h 234394"/>
                <a:gd name="connsiteX10" fmla="*/ 112801 w 224245"/>
                <a:gd name="connsiteY10" fmla="*/ 71837 h 234394"/>
                <a:gd name="connsiteX11" fmla="*/ 156553 w 224245"/>
                <a:gd name="connsiteY11" fmla="*/ 0 h 234394"/>
                <a:gd name="connsiteX12" fmla="*/ 217337 w 224245"/>
                <a:gd name="connsiteY12" fmla="*/ 0 h 234394"/>
                <a:gd name="connsiteX13" fmla="*/ 143657 w 224245"/>
                <a:gd name="connsiteY13" fmla="*/ 111897 h 234394"/>
                <a:gd name="connsiteX14" fmla="*/ 224245 w 224245"/>
                <a:gd name="connsiteY14" fmla="*/ 234395 h 23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4245" h="234394">
                  <a:moveTo>
                    <a:pt x="224245" y="234395"/>
                  </a:moveTo>
                  <a:lnTo>
                    <a:pt x="161619" y="234395"/>
                  </a:lnTo>
                  <a:lnTo>
                    <a:pt x="111427" y="153346"/>
                  </a:lnTo>
                  <a:lnTo>
                    <a:pt x="110515" y="153346"/>
                  </a:lnTo>
                  <a:lnTo>
                    <a:pt x="61697" y="234395"/>
                  </a:lnTo>
                  <a:lnTo>
                    <a:pt x="0" y="234395"/>
                  </a:lnTo>
                  <a:lnTo>
                    <a:pt x="80119" y="112826"/>
                  </a:lnTo>
                  <a:lnTo>
                    <a:pt x="5979" y="0"/>
                  </a:lnTo>
                  <a:lnTo>
                    <a:pt x="67684" y="0"/>
                  </a:lnTo>
                  <a:lnTo>
                    <a:pt x="111888" y="71837"/>
                  </a:lnTo>
                  <a:lnTo>
                    <a:pt x="112801" y="71837"/>
                  </a:lnTo>
                  <a:lnTo>
                    <a:pt x="156553" y="0"/>
                  </a:lnTo>
                  <a:lnTo>
                    <a:pt x="217337" y="0"/>
                  </a:lnTo>
                  <a:lnTo>
                    <a:pt x="143657" y="111897"/>
                  </a:lnTo>
                  <a:lnTo>
                    <a:pt x="224245" y="23439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0" name="Freihandform: Form 129">
              <a:extLst>
                <a:ext uri="{FF2B5EF4-FFF2-40B4-BE49-F238E27FC236}">
                  <a16:creationId xmlns:a16="http://schemas.microsoft.com/office/drawing/2014/main" id="{25CB480C-3D67-472F-ACFE-9E8627F3F787}"/>
                </a:ext>
              </a:extLst>
            </p:cNvPr>
            <p:cNvSpPr/>
            <p:nvPr/>
          </p:nvSpPr>
          <p:spPr>
            <a:xfrm>
              <a:off x="7037149" y="2039148"/>
              <a:ext cx="198924" cy="245899"/>
            </a:xfrm>
            <a:custGeom>
              <a:avLst/>
              <a:gdLst>
                <a:gd name="connsiteX0" fmla="*/ 100835 w 198924"/>
                <a:gd name="connsiteY0" fmla="*/ 94856 h 245899"/>
                <a:gd name="connsiteX1" fmla="*/ 145039 w 198924"/>
                <a:gd name="connsiteY1" fmla="*/ 99922 h 245899"/>
                <a:gd name="connsiteX2" fmla="*/ 145039 w 198924"/>
                <a:gd name="connsiteY2" fmla="*/ 91633 h 245899"/>
                <a:gd name="connsiteX3" fmla="*/ 93466 w 198924"/>
                <a:gd name="connsiteY3" fmla="*/ 46047 h 245899"/>
                <a:gd name="connsiteX4" fmla="*/ 34064 w 198924"/>
                <a:gd name="connsiteY4" fmla="*/ 59402 h 245899"/>
                <a:gd name="connsiteX5" fmla="*/ 22090 w 198924"/>
                <a:gd name="connsiteY5" fmla="*/ 13356 h 245899"/>
                <a:gd name="connsiteX6" fmla="*/ 98993 w 198924"/>
                <a:gd name="connsiteY6" fmla="*/ 0 h 245899"/>
                <a:gd name="connsiteX7" fmla="*/ 198924 w 198924"/>
                <a:gd name="connsiteY7" fmla="*/ 90712 h 245899"/>
                <a:gd name="connsiteX8" fmla="*/ 198924 w 198924"/>
                <a:gd name="connsiteY8" fmla="*/ 240373 h 245899"/>
                <a:gd name="connsiteX9" fmla="*/ 146882 w 198924"/>
                <a:gd name="connsiteY9" fmla="*/ 240373 h 245899"/>
                <a:gd name="connsiteX10" fmla="*/ 146882 w 198924"/>
                <a:gd name="connsiteY10" fmla="*/ 215504 h 245899"/>
                <a:gd name="connsiteX11" fmla="*/ 145969 w 198924"/>
                <a:gd name="connsiteY11" fmla="*/ 215504 h 245899"/>
                <a:gd name="connsiteX12" fmla="*/ 77356 w 198924"/>
                <a:gd name="connsiteY12" fmla="*/ 245900 h 245899"/>
                <a:gd name="connsiteX13" fmla="*/ 0 w 198924"/>
                <a:gd name="connsiteY13" fmla="*/ 171299 h 245899"/>
                <a:gd name="connsiteX14" fmla="*/ 100835 w 198924"/>
                <a:gd name="connsiteY14" fmla="*/ 94856 h 245899"/>
                <a:gd name="connsiteX15" fmla="*/ 91624 w 198924"/>
                <a:gd name="connsiteY15" fmla="*/ 204919 h 245899"/>
                <a:gd name="connsiteX16" fmla="*/ 145039 w 198924"/>
                <a:gd name="connsiteY16" fmla="*/ 176834 h 245899"/>
                <a:gd name="connsiteX17" fmla="*/ 145039 w 198924"/>
                <a:gd name="connsiteY17" fmla="*/ 135845 h 245899"/>
                <a:gd name="connsiteX18" fmla="*/ 106823 w 198924"/>
                <a:gd name="connsiteY18" fmla="*/ 131240 h 245899"/>
                <a:gd name="connsiteX19" fmla="*/ 52486 w 198924"/>
                <a:gd name="connsiteY19" fmla="*/ 169918 h 245899"/>
                <a:gd name="connsiteX20" fmla="*/ 91624 w 198924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4" h="245899">
                  <a:moveTo>
                    <a:pt x="100835" y="94856"/>
                  </a:moveTo>
                  <a:cubicBezTo>
                    <a:pt x="116025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2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46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0" y="204919"/>
                    <a:pt x="129842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9" y="131240"/>
                    <a:pt x="106823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8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1" name="Freihandform: Form 130">
              <a:extLst>
                <a:ext uri="{FF2B5EF4-FFF2-40B4-BE49-F238E27FC236}">
                  <a16:creationId xmlns:a16="http://schemas.microsoft.com/office/drawing/2014/main" id="{F623BA67-8D59-4570-819E-2DD7773DB063}"/>
                </a:ext>
              </a:extLst>
            </p:cNvPr>
            <p:cNvSpPr/>
            <p:nvPr/>
          </p:nvSpPr>
          <p:spPr>
            <a:xfrm>
              <a:off x="7305540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0 w 201695"/>
                <a:gd name="connsiteY1" fmla="*/ 240373 h 240373"/>
                <a:gd name="connsiteX2" fmla="*/ 146890 w 201695"/>
                <a:gd name="connsiteY2" fmla="*/ 106370 h 240373"/>
                <a:gd name="connsiteX3" fmla="*/ 103607 w 201695"/>
                <a:gd name="connsiteY3" fmla="*/ 49270 h 240373"/>
                <a:gd name="connsiteX4" fmla="*/ 54797 w 201695"/>
                <a:gd name="connsiteY4" fmla="*/ 105918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0" y="240373"/>
                  </a:lnTo>
                  <a:lnTo>
                    <a:pt x="146890" y="106370"/>
                  </a:lnTo>
                  <a:cubicBezTo>
                    <a:pt x="146890" y="72298"/>
                    <a:pt x="136767" y="49270"/>
                    <a:pt x="103607" y="49270"/>
                  </a:cubicBezTo>
                  <a:cubicBezTo>
                    <a:pt x="65390" y="49270"/>
                    <a:pt x="54797" y="80588"/>
                    <a:pt x="54797" y="105918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2" name="Freihandform: Form 131">
              <a:extLst>
                <a:ext uri="{FF2B5EF4-FFF2-40B4-BE49-F238E27FC236}">
                  <a16:creationId xmlns:a16="http://schemas.microsoft.com/office/drawing/2014/main" id="{60367351-1CE4-4258-8191-FDB59C1B3FDC}"/>
                </a:ext>
              </a:extLst>
            </p:cNvPr>
            <p:cNvSpPr/>
            <p:nvPr/>
          </p:nvSpPr>
          <p:spPr>
            <a:xfrm>
              <a:off x="7565198" y="1936931"/>
              <a:ext cx="219195" cy="348116"/>
            </a:xfrm>
            <a:custGeom>
              <a:avLst/>
              <a:gdLst>
                <a:gd name="connsiteX0" fmla="*/ 0 w 219195"/>
                <a:gd name="connsiteY0" fmla="*/ 224706 h 348116"/>
                <a:gd name="connsiteX1" fmla="*/ 95325 w 219195"/>
                <a:gd name="connsiteY1" fmla="*/ 102217 h 348116"/>
                <a:gd name="connsiteX2" fmla="*/ 163478 w 219195"/>
                <a:gd name="connsiteY2" fmla="*/ 133986 h 348116"/>
                <a:gd name="connsiteX3" fmla="*/ 164399 w 219195"/>
                <a:gd name="connsiteY3" fmla="*/ 133986 h 348116"/>
                <a:gd name="connsiteX4" fmla="*/ 164399 w 219195"/>
                <a:gd name="connsiteY4" fmla="*/ 13808 h 348116"/>
                <a:gd name="connsiteX5" fmla="*/ 219196 w 219195"/>
                <a:gd name="connsiteY5" fmla="*/ 0 h 348116"/>
                <a:gd name="connsiteX6" fmla="*/ 219196 w 219195"/>
                <a:gd name="connsiteY6" fmla="*/ 342590 h 348116"/>
                <a:gd name="connsiteX7" fmla="*/ 165781 w 219195"/>
                <a:gd name="connsiteY7" fmla="*/ 342590 h 348116"/>
                <a:gd name="connsiteX8" fmla="*/ 165781 w 219195"/>
                <a:gd name="connsiteY8" fmla="*/ 314957 h 348116"/>
                <a:gd name="connsiteX9" fmla="*/ 164859 w 219195"/>
                <a:gd name="connsiteY9" fmla="*/ 314957 h 348116"/>
                <a:gd name="connsiteX10" fmla="*/ 94404 w 219195"/>
                <a:gd name="connsiteY10" fmla="*/ 348117 h 348116"/>
                <a:gd name="connsiteX11" fmla="*/ 0 w 219195"/>
                <a:gd name="connsiteY11" fmla="*/ 224706 h 348116"/>
                <a:gd name="connsiteX12" fmla="*/ 54336 w 219195"/>
                <a:gd name="connsiteY12" fmla="*/ 224706 h 348116"/>
                <a:gd name="connsiteX13" fmla="*/ 108673 w 219195"/>
                <a:gd name="connsiteY13" fmla="*/ 299767 h 348116"/>
                <a:gd name="connsiteX14" fmla="*/ 164391 w 219195"/>
                <a:gd name="connsiteY14" fmla="*/ 268911 h 348116"/>
                <a:gd name="connsiteX15" fmla="*/ 164391 w 219195"/>
                <a:gd name="connsiteY15" fmla="*/ 183265 h 348116"/>
                <a:gd name="connsiteX16" fmla="*/ 108673 w 219195"/>
                <a:gd name="connsiteY16" fmla="*/ 151956 h 348116"/>
                <a:gd name="connsiteX17" fmla="*/ 54336 w 219195"/>
                <a:gd name="connsiteY17" fmla="*/ 224706 h 34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5" h="348116">
                  <a:moveTo>
                    <a:pt x="0" y="224706"/>
                  </a:moveTo>
                  <a:cubicBezTo>
                    <a:pt x="0" y="149185"/>
                    <a:pt x="38217" y="102217"/>
                    <a:pt x="95325" y="102217"/>
                  </a:cubicBezTo>
                  <a:cubicBezTo>
                    <a:pt x="124800" y="102217"/>
                    <a:pt x="147828" y="114643"/>
                    <a:pt x="163478" y="133986"/>
                  </a:cubicBezTo>
                  <a:lnTo>
                    <a:pt x="164399" y="133986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0"/>
                  </a:lnTo>
                  <a:lnTo>
                    <a:pt x="165781" y="342590"/>
                  </a:lnTo>
                  <a:lnTo>
                    <a:pt x="165781" y="314957"/>
                  </a:lnTo>
                  <a:lnTo>
                    <a:pt x="164859" y="314957"/>
                  </a:lnTo>
                  <a:cubicBezTo>
                    <a:pt x="147828" y="335682"/>
                    <a:pt x="123418" y="348117"/>
                    <a:pt x="94404" y="348117"/>
                  </a:cubicBezTo>
                  <a:cubicBezTo>
                    <a:pt x="38686" y="348117"/>
                    <a:pt x="0" y="300689"/>
                    <a:pt x="0" y="224706"/>
                  </a:cubicBezTo>
                  <a:close/>
                  <a:moveTo>
                    <a:pt x="54336" y="224706"/>
                  </a:moveTo>
                  <a:cubicBezTo>
                    <a:pt x="54336" y="272595"/>
                    <a:pt x="74140" y="299767"/>
                    <a:pt x="108673" y="299767"/>
                  </a:cubicBezTo>
                  <a:cubicBezTo>
                    <a:pt x="129850" y="299767"/>
                    <a:pt x="147351" y="289635"/>
                    <a:pt x="164391" y="268911"/>
                  </a:cubicBezTo>
                  <a:lnTo>
                    <a:pt x="164391" y="183265"/>
                  </a:lnTo>
                  <a:cubicBezTo>
                    <a:pt x="148733" y="162088"/>
                    <a:pt x="130771" y="151956"/>
                    <a:pt x="108673" y="151956"/>
                  </a:cubicBezTo>
                  <a:cubicBezTo>
                    <a:pt x="73219" y="151956"/>
                    <a:pt x="54336" y="177739"/>
                    <a:pt x="54336" y="224706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3" name="Freihandform: Form 132">
              <a:extLst>
                <a:ext uri="{FF2B5EF4-FFF2-40B4-BE49-F238E27FC236}">
                  <a16:creationId xmlns:a16="http://schemas.microsoft.com/office/drawing/2014/main" id="{5BDDEE2C-25FB-4022-B55B-F5882A7C2A56}"/>
                </a:ext>
              </a:extLst>
            </p:cNvPr>
            <p:cNvSpPr/>
            <p:nvPr/>
          </p:nvSpPr>
          <p:spPr>
            <a:xfrm>
              <a:off x="7843881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89 w 214130"/>
                <a:gd name="connsiteY10" fmla="*/ 101765 h 245899"/>
                <a:gd name="connsiteX11" fmla="*/ 161160 w 214130"/>
                <a:gd name="connsiteY11" fmla="*/ 101765 h 245899"/>
                <a:gd name="connsiteX12" fmla="*/ 109125 w 214130"/>
                <a:gd name="connsiteY12" fmla="*/ 45126 h 245899"/>
                <a:gd name="connsiteX13" fmla="*/ 54789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8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23" y="233465"/>
                    <a:pt x="151496" y="245900"/>
                    <a:pt x="116034" y="245900"/>
                  </a:cubicBezTo>
                  <a:close/>
                  <a:moveTo>
                    <a:pt x="54789" y="101765"/>
                  </a:moveTo>
                  <a:lnTo>
                    <a:pt x="161160" y="101765"/>
                  </a:lnTo>
                  <a:cubicBezTo>
                    <a:pt x="158857" y="65850"/>
                    <a:pt x="139982" y="45126"/>
                    <a:pt x="109125" y="45126"/>
                  </a:cubicBezTo>
                  <a:cubicBezTo>
                    <a:pt x="78738" y="45134"/>
                    <a:pt x="59394" y="65390"/>
                    <a:pt x="54789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4" name="Freihandform: Form 133">
              <a:extLst>
                <a:ext uri="{FF2B5EF4-FFF2-40B4-BE49-F238E27FC236}">
                  <a16:creationId xmlns:a16="http://schemas.microsoft.com/office/drawing/2014/main" id="{616535D9-C0A4-42CF-9C54-6DB06DFDFE6E}"/>
                </a:ext>
              </a:extLst>
            </p:cNvPr>
            <p:cNvSpPr/>
            <p:nvPr/>
          </p:nvSpPr>
          <p:spPr>
            <a:xfrm>
              <a:off x="8117849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86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6 w 141832"/>
                <a:gd name="connsiteY7" fmla="*/ 5979 h 240364"/>
                <a:gd name="connsiteX8" fmla="*/ 53876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801" y="56631"/>
                    <a:pt x="114668" y="53868"/>
                    <a:pt x="102686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8" y="35454"/>
                  </a:lnTo>
                  <a:cubicBezTo>
                    <a:pt x="67224" y="13348"/>
                    <a:pt x="89330" y="0"/>
                    <a:pt x="116042" y="0"/>
                  </a:cubicBezTo>
                  <a:cubicBezTo>
                    <a:pt x="123871" y="-8"/>
                    <a:pt x="133534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5" name="Freihandform: Form 134">
              <a:extLst>
                <a:ext uri="{FF2B5EF4-FFF2-40B4-BE49-F238E27FC236}">
                  <a16:creationId xmlns:a16="http://schemas.microsoft.com/office/drawing/2014/main" id="{0485C757-813D-44E0-BCB7-31141CD07E48}"/>
                </a:ext>
              </a:extLst>
            </p:cNvPr>
            <p:cNvSpPr/>
            <p:nvPr/>
          </p:nvSpPr>
          <p:spPr>
            <a:xfrm>
              <a:off x="8293771" y="2109603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6" name="Freihandform: Form 135">
              <a:extLst>
                <a:ext uri="{FF2B5EF4-FFF2-40B4-BE49-F238E27FC236}">
                  <a16:creationId xmlns:a16="http://schemas.microsoft.com/office/drawing/2014/main" id="{C7CAB665-FB04-47AE-A7F6-B25666A9C7BD}"/>
                </a:ext>
              </a:extLst>
            </p:cNvPr>
            <p:cNvSpPr/>
            <p:nvPr/>
          </p:nvSpPr>
          <p:spPr>
            <a:xfrm>
              <a:off x="8478811" y="1955336"/>
              <a:ext cx="253268" cy="329711"/>
            </a:xfrm>
            <a:custGeom>
              <a:avLst/>
              <a:gdLst>
                <a:gd name="connsiteX0" fmla="*/ 253268 w 253268"/>
                <a:gd name="connsiteY0" fmla="*/ 195708 h 329711"/>
                <a:gd name="connsiteX1" fmla="*/ 126174 w 253268"/>
                <a:gd name="connsiteY1" fmla="*/ 329712 h 329711"/>
                <a:gd name="connsiteX2" fmla="*/ 0 w 253268"/>
                <a:gd name="connsiteY2" fmla="*/ 195708 h 329711"/>
                <a:gd name="connsiteX3" fmla="*/ 0 w 253268"/>
                <a:gd name="connsiteY3" fmla="*/ 0 h 329711"/>
                <a:gd name="connsiteX4" fmla="*/ 58941 w 253268"/>
                <a:gd name="connsiteY4" fmla="*/ 0 h 329711"/>
                <a:gd name="connsiteX5" fmla="*/ 58941 w 253268"/>
                <a:gd name="connsiteY5" fmla="*/ 192485 h 329711"/>
                <a:gd name="connsiteX6" fmla="*/ 128016 w 253268"/>
                <a:gd name="connsiteY6" fmla="*/ 274446 h 329711"/>
                <a:gd name="connsiteX7" fmla="*/ 194795 w 253268"/>
                <a:gd name="connsiteY7" fmla="*/ 192485 h 329711"/>
                <a:gd name="connsiteX8" fmla="*/ 194795 w 253268"/>
                <a:gd name="connsiteY8" fmla="*/ 0 h 329711"/>
                <a:gd name="connsiteX9" fmla="*/ 253268 w 253268"/>
                <a:gd name="connsiteY9" fmla="*/ 0 h 329711"/>
                <a:gd name="connsiteX10" fmla="*/ 253268 w 253268"/>
                <a:gd name="connsiteY10" fmla="*/ 195708 h 329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3268" h="329711">
                  <a:moveTo>
                    <a:pt x="253268" y="195708"/>
                  </a:moveTo>
                  <a:cubicBezTo>
                    <a:pt x="253268" y="273993"/>
                    <a:pt x="213209" y="329712"/>
                    <a:pt x="126174" y="329712"/>
                  </a:cubicBezTo>
                  <a:cubicBezTo>
                    <a:pt x="39599" y="329712"/>
                    <a:pt x="0" y="274446"/>
                    <a:pt x="0" y="195708"/>
                  </a:cubicBezTo>
                  <a:lnTo>
                    <a:pt x="0" y="0"/>
                  </a:lnTo>
                  <a:lnTo>
                    <a:pt x="58941" y="0"/>
                  </a:lnTo>
                  <a:lnTo>
                    <a:pt x="58941" y="192485"/>
                  </a:lnTo>
                  <a:cubicBezTo>
                    <a:pt x="58941" y="241294"/>
                    <a:pt x="80127" y="274446"/>
                    <a:pt x="128016" y="274446"/>
                  </a:cubicBezTo>
                  <a:cubicBezTo>
                    <a:pt x="175913" y="274446"/>
                    <a:pt x="194795" y="241755"/>
                    <a:pt x="194795" y="192485"/>
                  </a:cubicBezTo>
                  <a:lnTo>
                    <a:pt x="194795" y="0"/>
                  </a:lnTo>
                  <a:lnTo>
                    <a:pt x="253268" y="0"/>
                  </a:lnTo>
                  <a:lnTo>
                    <a:pt x="253268" y="19570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7" name="Freihandform: Form 136">
              <a:extLst>
                <a:ext uri="{FF2B5EF4-FFF2-40B4-BE49-F238E27FC236}">
                  <a16:creationId xmlns:a16="http://schemas.microsoft.com/office/drawing/2014/main" id="{213035C6-CF9F-4D5D-91E7-9D8CA8DAAFD6}"/>
                </a:ext>
              </a:extLst>
            </p:cNvPr>
            <p:cNvSpPr/>
            <p:nvPr/>
          </p:nvSpPr>
          <p:spPr>
            <a:xfrm>
              <a:off x="8804838" y="2039148"/>
              <a:ext cx="201695" cy="240373"/>
            </a:xfrm>
            <a:custGeom>
              <a:avLst/>
              <a:gdLst>
                <a:gd name="connsiteX0" fmla="*/ 201696 w 201695"/>
                <a:gd name="connsiteY0" fmla="*/ 240373 h 240373"/>
                <a:gd name="connsiteX1" fmla="*/ 146898 w 201695"/>
                <a:gd name="connsiteY1" fmla="*/ 240373 h 240373"/>
                <a:gd name="connsiteX2" fmla="*/ 146898 w 201695"/>
                <a:gd name="connsiteY2" fmla="*/ 106370 h 240373"/>
                <a:gd name="connsiteX3" fmla="*/ 103607 w 201695"/>
                <a:gd name="connsiteY3" fmla="*/ 49270 h 240373"/>
                <a:gd name="connsiteX4" fmla="*/ 54798 w 201695"/>
                <a:gd name="connsiteY4" fmla="*/ 105918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73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73"/>
                  </a:moveTo>
                  <a:lnTo>
                    <a:pt x="146898" y="240373"/>
                  </a:lnTo>
                  <a:lnTo>
                    <a:pt x="146898" y="106370"/>
                  </a:lnTo>
                  <a:cubicBezTo>
                    <a:pt x="146898" y="72298"/>
                    <a:pt x="136767" y="49270"/>
                    <a:pt x="103607" y="49270"/>
                  </a:cubicBezTo>
                  <a:cubicBezTo>
                    <a:pt x="65390" y="49270"/>
                    <a:pt x="54798" y="80588"/>
                    <a:pt x="54798" y="105918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7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8" name="Freihandform: Form 137">
              <a:extLst>
                <a:ext uri="{FF2B5EF4-FFF2-40B4-BE49-F238E27FC236}">
                  <a16:creationId xmlns:a16="http://schemas.microsoft.com/office/drawing/2014/main" id="{D46799AE-D1AC-4A16-A5D1-F75A0C52D446}"/>
                </a:ext>
              </a:extLst>
            </p:cNvPr>
            <p:cNvSpPr/>
            <p:nvPr/>
          </p:nvSpPr>
          <p:spPr>
            <a:xfrm>
              <a:off x="9068273" y="1941059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2 w 69534"/>
                <a:gd name="connsiteY1" fmla="*/ 66311 h 338461"/>
                <a:gd name="connsiteX2" fmla="*/ 0 w 69534"/>
                <a:gd name="connsiteY2" fmla="*/ 33160 h 338461"/>
                <a:gd name="connsiteX3" fmla="*/ 34532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2" y="66311"/>
                  </a:cubicBezTo>
                  <a:cubicBezTo>
                    <a:pt x="15649" y="66311"/>
                    <a:pt x="0" y="52503"/>
                    <a:pt x="0" y="33160"/>
                  </a:cubicBezTo>
                  <a:cubicBezTo>
                    <a:pt x="0" y="14277"/>
                    <a:pt x="15649" y="0"/>
                    <a:pt x="34532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39" name="Freihandform: Form 138">
              <a:extLst>
                <a:ext uri="{FF2B5EF4-FFF2-40B4-BE49-F238E27FC236}">
                  <a16:creationId xmlns:a16="http://schemas.microsoft.com/office/drawing/2014/main" id="{288A2A71-FDA8-44E1-BE21-21B3E3CBF381}"/>
                </a:ext>
              </a:extLst>
            </p:cNvPr>
            <p:cNvSpPr/>
            <p:nvPr/>
          </p:nvSpPr>
          <p:spPr>
            <a:xfrm>
              <a:off x="9176921" y="2045135"/>
              <a:ext cx="227478" cy="234386"/>
            </a:xfrm>
            <a:custGeom>
              <a:avLst/>
              <a:gdLst>
                <a:gd name="connsiteX0" fmla="*/ 227478 w 227478"/>
                <a:gd name="connsiteY0" fmla="*/ 0 h 234386"/>
                <a:gd name="connsiteX1" fmla="*/ 142284 w 227478"/>
                <a:gd name="connsiteY1" fmla="*/ 234386 h 234386"/>
                <a:gd name="connsiteX2" fmla="*/ 85185 w 227478"/>
                <a:gd name="connsiteY2" fmla="*/ 234386 h 234386"/>
                <a:gd name="connsiteX3" fmla="*/ 0 w 227478"/>
                <a:gd name="connsiteY3" fmla="*/ 0 h 234386"/>
                <a:gd name="connsiteX4" fmla="*/ 60323 w 227478"/>
                <a:gd name="connsiteY4" fmla="*/ 0 h 234386"/>
                <a:gd name="connsiteX5" fmla="*/ 114199 w 227478"/>
                <a:gd name="connsiteY5" fmla="*/ 170387 h 234386"/>
                <a:gd name="connsiteX6" fmla="*/ 115120 w 227478"/>
                <a:gd name="connsiteY6" fmla="*/ 170387 h 234386"/>
                <a:gd name="connsiteX7" fmla="*/ 168997 w 227478"/>
                <a:gd name="connsiteY7" fmla="*/ 0 h 234386"/>
                <a:gd name="connsiteX8" fmla="*/ 227478 w 227478"/>
                <a:gd name="connsiteY8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78" h="234386">
                  <a:moveTo>
                    <a:pt x="227478" y="0"/>
                  </a:moveTo>
                  <a:lnTo>
                    <a:pt x="142284" y="234386"/>
                  </a:lnTo>
                  <a:lnTo>
                    <a:pt x="85185" y="234386"/>
                  </a:lnTo>
                  <a:lnTo>
                    <a:pt x="0" y="0"/>
                  </a:lnTo>
                  <a:lnTo>
                    <a:pt x="60323" y="0"/>
                  </a:lnTo>
                  <a:lnTo>
                    <a:pt x="114199" y="170387"/>
                  </a:lnTo>
                  <a:lnTo>
                    <a:pt x="115120" y="170387"/>
                  </a:lnTo>
                  <a:lnTo>
                    <a:pt x="168997" y="0"/>
                  </a:lnTo>
                  <a:lnTo>
                    <a:pt x="227478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0" name="Freihandform: Form 139">
              <a:extLst>
                <a:ext uri="{FF2B5EF4-FFF2-40B4-BE49-F238E27FC236}">
                  <a16:creationId xmlns:a16="http://schemas.microsoft.com/office/drawing/2014/main" id="{33E41754-E419-43BA-806E-8079FFB20E80}"/>
                </a:ext>
              </a:extLst>
            </p:cNvPr>
            <p:cNvSpPr/>
            <p:nvPr/>
          </p:nvSpPr>
          <p:spPr>
            <a:xfrm>
              <a:off x="9429904" y="2039148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27 w 214130"/>
                <a:gd name="connsiteY5" fmla="*/ 141824 h 245899"/>
                <a:gd name="connsiteX6" fmla="*/ 116511 w 214130"/>
                <a:gd name="connsiteY6" fmla="*/ 198924 h 245899"/>
                <a:gd name="connsiteX7" fmla="*/ 174072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8 w 214130"/>
                <a:gd name="connsiteY10" fmla="*/ 101765 h 245899"/>
                <a:gd name="connsiteX11" fmla="*/ 161168 w 214130"/>
                <a:gd name="connsiteY11" fmla="*/ 101765 h 245899"/>
                <a:gd name="connsiteX12" fmla="*/ 109134 w 214130"/>
                <a:gd name="connsiteY12" fmla="*/ 45126 h 245899"/>
                <a:gd name="connsiteX13" fmla="*/ 5479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500" y="245900"/>
                    <a:pt x="0" y="196621"/>
                    <a:pt x="0" y="122489"/>
                  </a:cubicBezTo>
                  <a:cubicBezTo>
                    <a:pt x="0" y="49739"/>
                    <a:pt x="44666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1" y="135385"/>
                    <a:pt x="213210" y="141824"/>
                  </a:cubicBezTo>
                  <a:lnTo>
                    <a:pt x="55727" y="141824"/>
                  </a:lnTo>
                  <a:cubicBezTo>
                    <a:pt x="61714" y="178208"/>
                    <a:pt x="83352" y="198924"/>
                    <a:pt x="116511" y="198924"/>
                  </a:cubicBezTo>
                  <a:cubicBezTo>
                    <a:pt x="138148" y="198924"/>
                    <a:pt x="155649" y="190634"/>
                    <a:pt x="174072" y="171291"/>
                  </a:cubicBezTo>
                  <a:lnTo>
                    <a:pt x="208144" y="207214"/>
                  </a:lnTo>
                  <a:cubicBezTo>
                    <a:pt x="181431" y="233465"/>
                    <a:pt x="151488" y="245900"/>
                    <a:pt x="116034" y="245900"/>
                  </a:cubicBezTo>
                  <a:close/>
                  <a:moveTo>
                    <a:pt x="54798" y="101765"/>
                  </a:moveTo>
                  <a:lnTo>
                    <a:pt x="161168" y="101765"/>
                  </a:lnTo>
                  <a:cubicBezTo>
                    <a:pt x="158873" y="65850"/>
                    <a:pt x="139990" y="45126"/>
                    <a:pt x="109134" y="45126"/>
                  </a:cubicBezTo>
                  <a:cubicBezTo>
                    <a:pt x="78738" y="45134"/>
                    <a:pt x="59394" y="65390"/>
                    <a:pt x="5479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1" name="Freihandform: Form 140">
              <a:extLst>
                <a:ext uri="{FF2B5EF4-FFF2-40B4-BE49-F238E27FC236}">
                  <a16:creationId xmlns:a16="http://schemas.microsoft.com/office/drawing/2014/main" id="{4FD442D8-2598-48E7-965E-91E79FD4148F}"/>
                </a:ext>
              </a:extLst>
            </p:cNvPr>
            <p:cNvSpPr/>
            <p:nvPr/>
          </p:nvSpPr>
          <p:spPr>
            <a:xfrm>
              <a:off x="9703872" y="2039156"/>
              <a:ext cx="141832" cy="240364"/>
            </a:xfrm>
            <a:custGeom>
              <a:avLst/>
              <a:gdLst>
                <a:gd name="connsiteX0" fmla="*/ 141832 w 141832"/>
                <a:gd name="connsiteY0" fmla="*/ 5058 h 240364"/>
                <a:gd name="connsiteX1" fmla="*/ 133083 w 141832"/>
                <a:gd name="connsiteY1" fmla="*/ 61236 h 240364"/>
                <a:gd name="connsiteX2" fmla="*/ 102694 w 141832"/>
                <a:gd name="connsiteY2" fmla="*/ 53868 h 240364"/>
                <a:gd name="connsiteX3" fmla="*/ 54798 w 141832"/>
                <a:gd name="connsiteY3" fmla="*/ 120178 h 240364"/>
                <a:gd name="connsiteX4" fmla="*/ 54798 w 141832"/>
                <a:gd name="connsiteY4" fmla="*/ 240365 h 240364"/>
                <a:gd name="connsiteX5" fmla="*/ 0 w 141832"/>
                <a:gd name="connsiteY5" fmla="*/ 240365 h 240364"/>
                <a:gd name="connsiteX6" fmla="*/ 0 w 141832"/>
                <a:gd name="connsiteY6" fmla="*/ 5979 h 240364"/>
                <a:gd name="connsiteX7" fmla="*/ 53877 w 141832"/>
                <a:gd name="connsiteY7" fmla="*/ 5979 h 240364"/>
                <a:gd name="connsiteX8" fmla="*/ 53877 w 141832"/>
                <a:gd name="connsiteY8" fmla="*/ 35454 h 240364"/>
                <a:gd name="connsiteX9" fmla="*/ 54798 w 141832"/>
                <a:gd name="connsiteY9" fmla="*/ 35454 h 240364"/>
                <a:gd name="connsiteX10" fmla="*/ 116042 w 141832"/>
                <a:gd name="connsiteY10" fmla="*/ 0 h 240364"/>
                <a:gd name="connsiteX11" fmla="*/ 141832 w 141832"/>
                <a:gd name="connsiteY11" fmla="*/ 5058 h 240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4">
                  <a:moveTo>
                    <a:pt x="141832" y="5058"/>
                  </a:moveTo>
                  <a:lnTo>
                    <a:pt x="133083" y="61236"/>
                  </a:lnTo>
                  <a:cubicBezTo>
                    <a:pt x="124793" y="56631"/>
                    <a:pt x="114669" y="53868"/>
                    <a:pt x="102694" y="53868"/>
                  </a:cubicBezTo>
                  <a:cubicBezTo>
                    <a:pt x="64929" y="53868"/>
                    <a:pt x="54798" y="84264"/>
                    <a:pt x="54798" y="120178"/>
                  </a:cubicBezTo>
                  <a:lnTo>
                    <a:pt x="54798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7" y="5979"/>
                  </a:lnTo>
                  <a:lnTo>
                    <a:pt x="53877" y="35454"/>
                  </a:lnTo>
                  <a:lnTo>
                    <a:pt x="54798" y="35454"/>
                  </a:lnTo>
                  <a:cubicBezTo>
                    <a:pt x="67224" y="13348"/>
                    <a:pt x="89331" y="0"/>
                    <a:pt x="116042" y="0"/>
                  </a:cubicBezTo>
                  <a:cubicBezTo>
                    <a:pt x="123872" y="-8"/>
                    <a:pt x="133543" y="1373"/>
                    <a:pt x="141832" y="505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2" name="Freihandform: Form 141">
              <a:extLst>
                <a:ext uri="{FF2B5EF4-FFF2-40B4-BE49-F238E27FC236}">
                  <a16:creationId xmlns:a16="http://schemas.microsoft.com/office/drawing/2014/main" id="{31013972-1EA6-431E-AFC3-90896A4603F0}"/>
                </a:ext>
              </a:extLst>
            </p:cNvPr>
            <p:cNvSpPr/>
            <p:nvPr/>
          </p:nvSpPr>
          <p:spPr>
            <a:xfrm>
              <a:off x="9871287" y="2039148"/>
              <a:ext cx="180510" cy="245891"/>
            </a:xfrm>
            <a:custGeom>
              <a:avLst/>
              <a:gdLst>
                <a:gd name="connsiteX0" fmla="*/ 26234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2 h 245891"/>
                <a:gd name="connsiteX11" fmla="*/ 0 w 180510"/>
                <a:gd name="connsiteY11" fmla="*/ 217337 h 245891"/>
                <a:gd name="connsiteX12" fmla="*/ 26234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4" y="174063"/>
                  </a:moveTo>
                  <a:cubicBezTo>
                    <a:pt x="49261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82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2"/>
                    <a:pt x="90251" y="245892"/>
                  </a:cubicBezTo>
                  <a:cubicBezTo>
                    <a:pt x="58941" y="245892"/>
                    <a:pt x="27172" y="236220"/>
                    <a:pt x="0" y="217337"/>
                  </a:cubicBezTo>
                  <a:lnTo>
                    <a:pt x="26234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3" name="Freihandform: Form 142">
              <a:extLst>
                <a:ext uri="{FF2B5EF4-FFF2-40B4-BE49-F238E27FC236}">
                  <a16:creationId xmlns:a16="http://schemas.microsoft.com/office/drawing/2014/main" id="{33FA3E3D-E1AC-4DFD-9390-6813E4246D86}"/>
                </a:ext>
              </a:extLst>
            </p:cNvPr>
            <p:cNvSpPr/>
            <p:nvPr/>
          </p:nvSpPr>
          <p:spPr>
            <a:xfrm>
              <a:off x="10103018" y="1941059"/>
              <a:ext cx="69535" cy="338461"/>
            </a:xfrm>
            <a:custGeom>
              <a:avLst/>
              <a:gdLst>
                <a:gd name="connsiteX0" fmla="*/ 69535 w 69535"/>
                <a:gd name="connsiteY0" fmla="*/ 33160 h 338461"/>
                <a:gd name="connsiteX1" fmla="*/ 34533 w 69535"/>
                <a:gd name="connsiteY1" fmla="*/ 66311 h 338461"/>
                <a:gd name="connsiteX2" fmla="*/ 0 w 69535"/>
                <a:gd name="connsiteY2" fmla="*/ 33160 h 338461"/>
                <a:gd name="connsiteX3" fmla="*/ 34533 w 69535"/>
                <a:gd name="connsiteY3" fmla="*/ 0 h 338461"/>
                <a:gd name="connsiteX4" fmla="*/ 69535 w 69535"/>
                <a:gd name="connsiteY4" fmla="*/ 33160 h 338461"/>
                <a:gd name="connsiteX5" fmla="*/ 62166 w 69535"/>
                <a:gd name="connsiteY5" fmla="*/ 338462 h 338461"/>
                <a:gd name="connsiteX6" fmla="*/ 7369 w 69535"/>
                <a:gd name="connsiteY6" fmla="*/ 338462 h 338461"/>
                <a:gd name="connsiteX7" fmla="*/ 7369 w 69535"/>
                <a:gd name="connsiteY7" fmla="*/ 104076 h 338461"/>
                <a:gd name="connsiteX8" fmla="*/ 62166 w 69535"/>
                <a:gd name="connsiteY8" fmla="*/ 104076 h 338461"/>
                <a:gd name="connsiteX9" fmla="*/ 62166 w 69535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5" h="338461">
                  <a:moveTo>
                    <a:pt x="69535" y="33160"/>
                  </a:moveTo>
                  <a:cubicBezTo>
                    <a:pt x="69535" y="52503"/>
                    <a:pt x="53877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7" y="0"/>
                    <a:pt x="69535" y="14277"/>
                    <a:pt x="69535" y="33160"/>
                  </a:cubicBezTo>
                  <a:close/>
                  <a:moveTo>
                    <a:pt x="62166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6" y="104076"/>
                  </a:lnTo>
                  <a:lnTo>
                    <a:pt x="62166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4" name="Freihandform: Form 143">
              <a:extLst>
                <a:ext uri="{FF2B5EF4-FFF2-40B4-BE49-F238E27FC236}">
                  <a16:creationId xmlns:a16="http://schemas.microsoft.com/office/drawing/2014/main" id="{FF90BE11-71FB-49BE-82FE-C113389F6F50}"/>
                </a:ext>
              </a:extLst>
            </p:cNvPr>
            <p:cNvSpPr/>
            <p:nvPr/>
          </p:nvSpPr>
          <p:spPr>
            <a:xfrm>
              <a:off x="10211675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5" name="Freihandform: Form 144">
              <a:extLst>
                <a:ext uri="{FF2B5EF4-FFF2-40B4-BE49-F238E27FC236}">
                  <a16:creationId xmlns:a16="http://schemas.microsoft.com/office/drawing/2014/main" id="{378FF349-EB76-40B6-97C4-BAB8A6EBC098}"/>
                </a:ext>
              </a:extLst>
            </p:cNvPr>
            <p:cNvSpPr/>
            <p:nvPr/>
          </p:nvSpPr>
          <p:spPr>
            <a:xfrm>
              <a:off x="10400449" y="1944744"/>
              <a:ext cx="198923" cy="340304"/>
            </a:xfrm>
            <a:custGeom>
              <a:avLst/>
              <a:gdLst>
                <a:gd name="connsiteX0" fmla="*/ 100835 w 198923"/>
                <a:gd name="connsiteY0" fmla="*/ 189261 h 340304"/>
                <a:gd name="connsiteX1" fmla="*/ 145040 w 198923"/>
                <a:gd name="connsiteY1" fmla="*/ 194327 h 340304"/>
                <a:gd name="connsiteX2" fmla="*/ 145040 w 198923"/>
                <a:gd name="connsiteY2" fmla="*/ 186037 h 340304"/>
                <a:gd name="connsiteX3" fmla="*/ 93466 w 198923"/>
                <a:gd name="connsiteY3" fmla="*/ 140451 h 340304"/>
                <a:gd name="connsiteX4" fmla="*/ 34064 w 198923"/>
                <a:gd name="connsiteY4" fmla="*/ 153807 h 340304"/>
                <a:gd name="connsiteX5" fmla="*/ 22090 w 198923"/>
                <a:gd name="connsiteY5" fmla="*/ 107760 h 340304"/>
                <a:gd name="connsiteX6" fmla="*/ 98993 w 198923"/>
                <a:gd name="connsiteY6" fmla="*/ 94404 h 340304"/>
                <a:gd name="connsiteX7" fmla="*/ 198924 w 198923"/>
                <a:gd name="connsiteY7" fmla="*/ 185116 h 340304"/>
                <a:gd name="connsiteX8" fmla="*/ 198924 w 198923"/>
                <a:gd name="connsiteY8" fmla="*/ 334778 h 340304"/>
                <a:gd name="connsiteX9" fmla="*/ 146882 w 198923"/>
                <a:gd name="connsiteY9" fmla="*/ 334778 h 340304"/>
                <a:gd name="connsiteX10" fmla="*/ 146882 w 198923"/>
                <a:gd name="connsiteY10" fmla="*/ 309908 h 340304"/>
                <a:gd name="connsiteX11" fmla="*/ 145969 w 198923"/>
                <a:gd name="connsiteY11" fmla="*/ 309908 h 340304"/>
                <a:gd name="connsiteX12" fmla="*/ 77356 w 198923"/>
                <a:gd name="connsiteY12" fmla="*/ 340304 h 340304"/>
                <a:gd name="connsiteX13" fmla="*/ 0 w 198923"/>
                <a:gd name="connsiteY13" fmla="*/ 265703 h 340304"/>
                <a:gd name="connsiteX14" fmla="*/ 100835 w 198923"/>
                <a:gd name="connsiteY14" fmla="*/ 189261 h 340304"/>
                <a:gd name="connsiteX15" fmla="*/ 56170 w 198923"/>
                <a:gd name="connsiteY15" fmla="*/ 64008 h 340304"/>
                <a:gd name="connsiteX16" fmla="*/ 23480 w 198923"/>
                <a:gd name="connsiteY16" fmla="*/ 32238 h 340304"/>
                <a:gd name="connsiteX17" fmla="*/ 56170 w 198923"/>
                <a:gd name="connsiteY17" fmla="*/ 0 h 340304"/>
                <a:gd name="connsiteX18" fmla="*/ 88861 w 198923"/>
                <a:gd name="connsiteY18" fmla="*/ 32238 h 340304"/>
                <a:gd name="connsiteX19" fmla="*/ 56170 w 198923"/>
                <a:gd name="connsiteY19" fmla="*/ 64008 h 340304"/>
                <a:gd name="connsiteX20" fmla="*/ 91624 w 198923"/>
                <a:gd name="connsiteY20" fmla="*/ 299324 h 340304"/>
                <a:gd name="connsiteX21" fmla="*/ 145040 w 198923"/>
                <a:gd name="connsiteY21" fmla="*/ 271238 h 340304"/>
                <a:gd name="connsiteX22" fmla="*/ 145040 w 198923"/>
                <a:gd name="connsiteY22" fmla="*/ 230250 h 340304"/>
                <a:gd name="connsiteX23" fmla="*/ 106823 w 198923"/>
                <a:gd name="connsiteY23" fmla="*/ 225644 h 340304"/>
                <a:gd name="connsiteX24" fmla="*/ 52486 w 198923"/>
                <a:gd name="connsiteY24" fmla="*/ 264322 h 340304"/>
                <a:gd name="connsiteX25" fmla="*/ 91624 w 198923"/>
                <a:gd name="connsiteY25" fmla="*/ 299324 h 340304"/>
                <a:gd name="connsiteX26" fmla="*/ 151948 w 198923"/>
                <a:gd name="connsiteY26" fmla="*/ 64008 h 340304"/>
                <a:gd name="connsiteX27" fmla="*/ 119258 w 198923"/>
                <a:gd name="connsiteY27" fmla="*/ 32238 h 340304"/>
                <a:gd name="connsiteX28" fmla="*/ 151948 w 198923"/>
                <a:gd name="connsiteY28" fmla="*/ 0 h 340304"/>
                <a:gd name="connsiteX29" fmla="*/ 184639 w 198923"/>
                <a:gd name="connsiteY29" fmla="*/ 32238 h 340304"/>
                <a:gd name="connsiteX30" fmla="*/ 151948 w 198923"/>
                <a:gd name="connsiteY30" fmla="*/ 64008 h 340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8923" h="340304">
                  <a:moveTo>
                    <a:pt x="100835" y="189261"/>
                  </a:moveTo>
                  <a:cubicBezTo>
                    <a:pt x="116026" y="189261"/>
                    <a:pt x="129851" y="190182"/>
                    <a:pt x="145040" y="194327"/>
                  </a:cubicBezTo>
                  <a:lnTo>
                    <a:pt x="145040" y="186037"/>
                  </a:lnTo>
                  <a:cubicBezTo>
                    <a:pt x="145040" y="156109"/>
                    <a:pt x="127539" y="140451"/>
                    <a:pt x="93466" y="140451"/>
                  </a:cubicBezTo>
                  <a:cubicBezTo>
                    <a:pt x="74584" y="140451"/>
                    <a:pt x="53407" y="145056"/>
                    <a:pt x="34064" y="153807"/>
                  </a:cubicBezTo>
                  <a:lnTo>
                    <a:pt x="22090" y="107760"/>
                  </a:lnTo>
                  <a:cubicBezTo>
                    <a:pt x="43727" y="99470"/>
                    <a:pt x="72282" y="94404"/>
                    <a:pt x="98993" y="94404"/>
                  </a:cubicBezTo>
                  <a:cubicBezTo>
                    <a:pt x="164844" y="94404"/>
                    <a:pt x="198924" y="125261"/>
                    <a:pt x="198924" y="185116"/>
                  </a:cubicBezTo>
                  <a:lnTo>
                    <a:pt x="198924" y="334778"/>
                  </a:lnTo>
                  <a:lnTo>
                    <a:pt x="146882" y="334778"/>
                  </a:lnTo>
                  <a:lnTo>
                    <a:pt x="146882" y="309908"/>
                  </a:lnTo>
                  <a:lnTo>
                    <a:pt x="145969" y="309908"/>
                  </a:lnTo>
                  <a:cubicBezTo>
                    <a:pt x="125705" y="330633"/>
                    <a:pt x="104528" y="340304"/>
                    <a:pt x="77356" y="340304"/>
                  </a:cubicBezTo>
                  <a:cubicBezTo>
                    <a:pt x="30388" y="340304"/>
                    <a:pt x="0" y="311290"/>
                    <a:pt x="0" y="265703"/>
                  </a:cubicBezTo>
                  <a:cubicBezTo>
                    <a:pt x="-8" y="215973"/>
                    <a:pt x="35446" y="189261"/>
                    <a:pt x="100835" y="189261"/>
                  </a:cubicBezTo>
                  <a:close/>
                  <a:moveTo>
                    <a:pt x="56170" y="64008"/>
                  </a:moveTo>
                  <a:cubicBezTo>
                    <a:pt x="38670" y="64008"/>
                    <a:pt x="23480" y="49270"/>
                    <a:pt x="23480" y="32238"/>
                  </a:cubicBezTo>
                  <a:cubicBezTo>
                    <a:pt x="23480" y="15198"/>
                    <a:pt x="38670" y="0"/>
                    <a:pt x="56170" y="0"/>
                  </a:cubicBezTo>
                  <a:cubicBezTo>
                    <a:pt x="73671" y="0"/>
                    <a:pt x="88861" y="15190"/>
                    <a:pt x="88861" y="32238"/>
                  </a:cubicBezTo>
                  <a:cubicBezTo>
                    <a:pt x="88861" y="49270"/>
                    <a:pt x="73671" y="64008"/>
                    <a:pt x="56170" y="64008"/>
                  </a:cubicBezTo>
                  <a:close/>
                  <a:moveTo>
                    <a:pt x="91624" y="299324"/>
                  </a:moveTo>
                  <a:cubicBezTo>
                    <a:pt x="111420" y="299324"/>
                    <a:pt x="129841" y="289652"/>
                    <a:pt x="145040" y="271238"/>
                  </a:cubicBezTo>
                  <a:lnTo>
                    <a:pt x="145040" y="230250"/>
                  </a:lnTo>
                  <a:cubicBezTo>
                    <a:pt x="132144" y="227026"/>
                    <a:pt x="118789" y="225644"/>
                    <a:pt x="106823" y="225644"/>
                  </a:cubicBezTo>
                  <a:cubicBezTo>
                    <a:pt x="72290" y="225644"/>
                    <a:pt x="52486" y="239452"/>
                    <a:pt x="52486" y="264322"/>
                  </a:cubicBezTo>
                  <a:cubicBezTo>
                    <a:pt x="52477" y="285968"/>
                    <a:pt x="67684" y="299324"/>
                    <a:pt x="91624" y="299324"/>
                  </a:cubicBezTo>
                  <a:close/>
                  <a:moveTo>
                    <a:pt x="151948" y="64008"/>
                  </a:moveTo>
                  <a:cubicBezTo>
                    <a:pt x="134447" y="64008"/>
                    <a:pt x="119258" y="49270"/>
                    <a:pt x="119258" y="32238"/>
                  </a:cubicBezTo>
                  <a:cubicBezTo>
                    <a:pt x="119258" y="15198"/>
                    <a:pt x="134447" y="0"/>
                    <a:pt x="151948" y="0"/>
                  </a:cubicBezTo>
                  <a:cubicBezTo>
                    <a:pt x="169448" y="0"/>
                    <a:pt x="184639" y="15190"/>
                    <a:pt x="184639" y="32238"/>
                  </a:cubicBezTo>
                  <a:cubicBezTo>
                    <a:pt x="184647" y="49270"/>
                    <a:pt x="169448" y="64008"/>
                    <a:pt x="151948" y="64008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6" name="Freihandform: Form 145">
              <a:extLst>
                <a:ext uri="{FF2B5EF4-FFF2-40B4-BE49-F238E27FC236}">
                  <a16:creationId xmlns:a16="http://schemas.microsoft.com/office/drawing/2014/main" id="{CE5DE3B7-333F-44B2-822B-BBDD51B19A83}"/>
                </a:ext>
              </a:extLst>
            </p:cNvPr>
            <p:cNvSpPr/>
            <p:nvPr/>
          </p:nvSpPr>
          <p:spPr>
            <a:xfrm>
              <a:off x="10641954" y="1969144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6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7" name="Freihandform: Form 146">
              <a:extLst>
                <a:ext uri="{FF2B5EF4-FFF2-40B4-BE49-F238E27FC236}">
                  <a16:creationId xmlns:a16="http://schemas.microsoft.com/office/drawing/2014/main" id="{EFDE0E19-A0D6-44C9-B936-C86E69C081A8}"/>
                </a:ext>
              </a:extLst>
            </p:cNvPr>
            <p:cNvSpPr/>
            <p:nvPr/>
          </p:nvSpPr>
          <p:spPr>
            <a:xfrm>
              <a:off x="4034676" y="2461949"/>
              <a:ext cx="203537" cy="324184"/>
            </a:xfrm>
            <a:custGeom>
              <a:avLst/>
              <a:gdLst>
                <a:gd name="connsiteX0" fmla="*/ 203538 w 203537"/>
                <a:gd name="connsiteY0" fmla="*/ 52955 h 324184"/>
                <a:gd name="connsiteX1" fmla="*/ 57561 w 203537"/>
                <a:gd name="connsiteY1" fmla="*/ 52955 h 324184"/>
                <a:gd name="connsiteX2" fmla="*/ 57561 w 203537"/>
                <a:gd name="connsiteY2" fmla="*/ 133543 h 324184"/>
                <a:gd name="connsiteX3" fmla="*/ 166694 w 203537"/>
                <a:gd name="connsiteY3" fmla="*/ 133543 h 324184"/>
                <a:gd name="connsiteX4" fmla="*/ 166694 w 203537"/>
                <a:gd name="connsiteY4" fmla="*/ 186037 h 324184"/>
                <a:gd name="connsiteX5" fmla="*/ 57561 w 203537"/>
                <a:gd name="connsiteY5" fmla="*/ 186037 h 324184"/>
                <a:gd name="connsiteX6" fmla="*/ 57561 w 203537"/>
                <a:gd name="connsiteY6" fmla="*/ 324185 h 324184"/>
                <a:gd name="connsiteX7" fmla="*/ 0 w 203537"/>
                <a:gd name="connsiteY7" fmla="*/ 324185 h 324184"/>
                <a:gd name="connsiteX8" fmla="*/ 0 w 203537"/>
                <a:gd name="connsiteY8" fmla="*/ 0 h 324184"/>
                <a:gd name="connsiteX9" fmla="*/ 203538 w 203537"/>
                <a:gd name="connsiteY9" fmla="*/ 0 h 324184"/>
                <a:gd name="connsiteX10" fmla="*/ 203538 w 203537"/>
                <a:gd name="connsiteY10" fmla="*/ 52955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537" h="324184">
                  <a:moveTo>
                    <a:pt x="203538" y="52955"/>
                  </a:moveTo>
                  <a:lnTo>
                    <a:pt x="57561" y="52955"/>
                  </a:lnTo>
                  <a:lnTo>
                    <a:pt x="57561" y="133543"/>
                  </a:lnTo>
                  <a:lnTo>
                    <a:pt x="166694" y="133543"/>
                  </a:lnTo>
                  <a:lnTo>
                    <a:pt x="166694" y="186037"/>
                  </a:lnTo>
                  <a:lnTo>
                    <a:pt x="57561" y="186037"/>
                  </a:lnTo>
                  <a:lnTo>
                    <a:pt x="57561" y="324185"/>
                  </a:lnTo>
                  <a:lnTo>
                    <a:pt x="0" y="324185"/>
                  </a:lnTo>
                  <a:lnTo>
                    <a:pt x="0" y="0"/>
                  </a:lnTo>
                  <a:lnTo>
                    <a:pt x="203538" y="0"/>
                  </a:lnTo>
                  <a:lnTo>
                    <a:pt x="203538" y="5295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8" name="Freihandform: Form 147">
              <a:extLst>
                <a:ext uri="{FF2B5EF4-FFF2-40B4-BE49-F238E27FC236}">
                  <a16:creationId xmlns:a16="http://schemas.microsoft.com/office/drawing/2014/main" id="{F92690C8-716E-411B-947A-44532E780BD2}"/>
                </a:ext>
              </a:extLst>
            </p:cNvPr>
            <p:cNvSpPr/>
            <p:nvPr/>
          </p:nvSpPr>
          <p:spPr>
            <a:xfrm>
              <a:off x="4248564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94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5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27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52" y="132621"/>
                    <a:pt x="118796" y="131240"/>
                    <a:pt x="106822" y="131240"/>
                  </a:cubicBezTo>
                  <a:cubicBezTo>
                    <a:pt x="72289" y="131240"/>
                    <a:pt x="52494" y="145048"/>
                    <a:pt x="52494" y="169918"/>
                  </a:cubicBezTo>
                  <a:cubicBezTo>
                    <a:pt x="52494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49" name="Freihandform: Form 148">
              <a:extLst>
                <a:ext uri="{FF2B5EF4-FFF2-40B4-BE49-F238E27FC236}">
                  <a16:creationId xmlns:a16="http://schemas.microsoft.com/office/drawing/2014/main" id="{42450ADB-7283-48C2-85CD-2054C8EB268B}"/>
                </a:ext>
              </a:extLst>
            </p:cNvPr>
            <p:cNvSpPr/>
            <p:nvPr/>
          </p:nvSpPr>
          <p:spPr>
            <a:xfrm>
              <a:off x="4504663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7 w 197542"/>
                <a:gd name="connsiteY5" fmla="*/ 75974 h 245899"/>
                <a:gd name="connsiteX6" fmla="*/ 112809 w 197542"/>
                <a:gd name="connsiteY6" fmla="*/ 50191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34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80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09" y="50191"/>
                  </a:cubicBezTo>
                  <a:cubicBezTo>
                    <a:pt x="78276" y="50191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71" y="196161"/>
                    <a:pt x="145509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0" name="Freihandform: Form 149">
              <a:extLst>
                <a:ext uri="{FF2B5EF4-FFF2-40B4-BE49-F238E27FC236}">
                  <a16:creationId xmlns:a16="http://schemas.microsoft.com/office/drawing/2014/main" id="{0B860D4A-1674-4A52-9B9D-2FF3B24B6343}"/>
                </a:ext>
              </a:extLst>
            </p:cNvPr>
            <p:cNvSpPr/>
            <p:nvPr/>
          </p:nvSpPr>
          <p:spPr>
            <a:xfrm>
              <a:off x="4749206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8 w 201695"/>
                <a:gd name="connsiteY10" fmla="*/ 136298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298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8" y="136298"/>
                  </a:lnTo>
                  <a:cubicBezTo>
                    <a:pt x="69074" y="115573"/>
                    <a:pt x="93475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1" name="Freihandform: Form 150">
              <a:extLst>
                <a:ext uri="{FF2B5EF4-FFF2-40B4-BE49-F238E27FC236}">
                  <a16:creationId xmlns:a16="http://schemas.microsoft.com/office/drawing/2014/main" id="{0FB526FE-1FA8-44B6-BBD1-1C61428D8F50}"/>
                </a:ext>
              </a:extLst>
            </p:cNvPr>
            <p:cNvSpPr/>
            <p:nvPr/>
          </p:nvSpPr>
          <p:spPr>
            <a:xfrm>
              <a:off x="5020788" y="2443535"/>
              <a:ext cx="218735" cy="348125"/>
            </a:xfrm>
            <a:custGeom>
              <a:avLst/>
              <a:gdLst>
                <a:gd name="connsiteX0" fmla="*/ 218736 w 218735"/>
                <a:gd name="connsiteY0" fmla="*/ 223785 h 348125"/>
                <a:gd name="connsiteX1" fmla="*/ 122959 w 218735"/>
                <a:gd name="connsiteY1" fmla="*/ 348125 h 348125"/>
                <a:gd name="connsiteX2" fmla="*/ 53424 w 218735"/>
                <a:gd name="connsiteY2" fmla="*/ 315434 h 348125"/>
                <a:gd name="connsiteX3" fmla="*/ 52503 w 218735"/>
                <a:gd name="connsiteY3" fmla="*/ 315434 h 348125"/>
                <a:gd name="connsiteX4" fmla="*/ 52503 w 218735"/>
                <a:gd name="connsiteY4" fmla="*/ 342599 h 348125"/>
                <a:gd name="connsiteX5" fmla="*/ 0 w 218735"/>
                <a:gd name="connsiteY5" fmla="*/ 342599 h 348125"/>
                <a:gd name="connsiteX6" fmla="*/ 0 w 218735"/>
                <a:gd name="connsiteY6" fmla="*/ 13808 h 348125"/>
                <a:gd name="connsiteX7" fmla="*/ 54806 w 218735"/>
                <a:gd name="connsiteY7" fmla="*/ 0 h 348125"/>
                <a:gd name="connsiteX8" fmla="*/ 54806 w 218735"/>
                <a:gd name="connsiteY8" fmla="*/ 135376 h 348125"/>
                <a:gd name="connsiteX9" fmla="*/ 55719 w 218735"/>
                <a:gd name="connsiteY9" fmla="*/ 135376 h 348125"/>
                <a:gd name="connsiteX10" fmla="*/ 124332 w 218735"/>
                <a:gd name="connsiteY10" fmla="*/ 102225 h 348125"/>
                <a:gd name="connsiteX11" fmla="*/ 218736 w 218735"/>
                <a:gd name="connsiteY11" fmla="*/ 223785 h 348125"/>
                <a:gd name="connsiteX12" fmla="*/ 164852 w 218735"/>
                <a:gd name="connsiteY12" fmla="*/ 225167 h 348125"/>
                <a:gd name="connsiteX13" fmla="*/ 110055 w 218735"/>
                <a:gd name="connsiteY13" fmla="*/ 151487 h 348125"/>
                <a:gd name="connsiteX14" fmla="*/ 54797 w 218735"/>
                <a:gd name="connsiteY14" fmla="*/ 181883 h 348125"/>
                <a:gd name="connsiteX15" fmla="*/ 54797 w 218735"/>
                <a:gd name="connsiteY15" fmla="*/ 267537 h 348125"/>
                <a:gd name="connsiteX16" fmla="*/ 110507 w 218735"/>
                <a:gd name="connsiteY16" fmla="*/ 299315 h 348125"/>
                <a:gd name="connsiteX17" fmla="*/ 164852 w 218735"/>
                <a:gd name="connsiteY17" fmla="*/ 225167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8735" h="348125">
                  <a:moveTo>
                    <a:pt x="218736" y="223785"/>
                  </a:moveTo>
                  <a:cubicBezTo>
                    <a:pt x="218736" y="299315"/>
                    <a:pt x="180519" y="348125"/>
                    <a:pt x="122959" y="348125"/>
                  </a:cubicBezTo>
                  <a:cubicBezTo>
                    <a:pt x="93483" y="348125"/>
                    <a:pt x="69074" y="335690"/>
                    <a:pt x="53424" y="315434"/>
                  </a:cubicBezTo>
                  <a:lnTo>
                    <a:pt x="52503" y="315434"/>
                  </a:lnTo>
                  <a:lnTo>
                    <a:pt x="52503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806" y="0"/>
                  </a:lnTo>
                  <a:lnTo>
                    <a:pt x="54806" y="135376"/>
                  </a:lnTo>
                  <a:lnTo>
                    <a:pt x="55719" y="135376"/>
                  </a:lnTo>
                  <a:cubicBezTo>
                    <a:pt x="71377" y="114652"/>
                    <a:pt x="95317" y="102225"/>
                    <a:pt x="124332" y="102225"/>
                  </a:cubicBezTo>
                  <a:cubicBezTo>
                    <a:pt x="180510" y="102217"/>
                    <a:pt x="218736" y="147803"/>
                    <a:pt x="218736" y="223785"/>
                  </a:cubicBezTo>
                  <a:close/>
                  <a:moveTo>
                    <a:pt x="164852" y="225167"/>
                  </a:moveTo>
                  <a:cubicBezTo>
                    <a:pt x="164852" y="176826"/>
                    <a:pt x="145056" y="151487"/>
                    <a:pt x="110055" y="151487"/>
                  </a:cubicBezTo>
                  <a:cubicBezTo>
                    <a:pt x="88878" y="151487"/>
                    <a:pt x="71838" y="160707"/>
                    <a:pt x="54797" y="181883"/>
                  </a:cubicBezTo>
                  <a:lnTo>
                    <a:pt x="54797" y="267537"/>
                  </a:lnTo>
                  <a:cubicBezTo>
                    <a:pt x="70448" y="288262"/>
                    <a:pt x="87949" y="299315"/>
                    <a:pt x="110507" y="299315"/>
                  </a:cubicBezTo>
                  <a:cubicBezTo>
                    <a:pt x="145969" y="299307"/>
                    <a:pt x="164852" y="272134"/>
                    <a:pt x="164852" y="225167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2" name="Freihandform: Form 151">
              <a:extLst>
                <a:ext uri="{FF2B5EF4-FFF2-40B4-BE49-F238E27FC236}">
                  <a16:creationId xmlns:a16="http://schemas.microsoft.com/office/drawing/2014/main" id="{D0955A09-933E-4FC9-8935-6A0761EC805E}"/>
                </a:ext>
              </a:extLst>
            </p:cNvPr>
            <p:cNvSpPr/>
            <p:nvPr/>
          </p:nvSpPr>
          <p:spPr>
            <a:xfrm>
              <a:off x="5287630" y="2545752"/>
              <a:ext cx="214138" cy="245899"/>
            </a:xfrm>
            <a:custGeom>
              <a:avLst/>
              <a:gdLst>
                <a:gd name="connsiteX0" fmla="*/ 116042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7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2 w 214138"/>
                <a:gd name="connsiteY8" fmla="*/ 207214 h 245899"/>
                <a:gd name="connsiteX9" fmla="*/ 116042 w 214138"/>
                <a:gd name="connsiteY9" fmla="*/ 245900 h 245899"/>
                <a:gd name="connsiteX10" fmla="*/ 54806 w 214138"/>
                <a:gd name="connsiteY10" fmla="*/ 101765 h 245899"/>
                <a:gd name="connsiteX11" fmla="*/ 161176 w 214138"/>
                <a:gd name="connsiteY11" fmla="*/ 101765 h 245899"/>
                <a:gd name="connsiteX12" fmla="*/ 109134 w 214138"/>
                <a:gd name="connsiteY12" fmla="*/ 45125 h 245899"/>
                <a:gd name="connsiteX13" fmla="*/ 54806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2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7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7" y="198924"/>
                    <a:pt x="155658" y="190634"/>
                    <a:pt x="174079" y="171291"/>
                  </a:cubicBezTo>
                  <a:lnTo>
                    <a:pt x="208152" y="207214"/>
                  </a:lnTo>
                  <a:cubicBezTo>
                    <a:pt x="181440" y="233465"/>
                    <a:pt x="151504" y="245900"/>
                    <a:pt x="116042" y="245900"/>
                  </a:cubicBezTo>
                  <a:close/>
                  <a:moveTo>
                    <a:pt x="54806" y="101765"/>
                  </a:moveTo>
                  <a:lnTo>
                    <a:pt x="161176" y="101765"/>
                  </a:lnTo>
                  <a:cubicBezTo>
                    <a:pt x="158873" y="65850"/>
                    <a:pt x="139990" y="45125"/>
                    <a:pt x="109134" y="45125"/>
                  </a:cubicBezTo>
                  <a:cubicBezTo>
                    <a:pt x="78746" y="45134"/>
                    <a:pt x="59411" y="65390"/>
                    <a:pt x="54806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3" name="Freihandform: Form 152">
              <a:extLst>
                <a:ext uri="{FF2B5EF4-FFF2-40B4-BE49-F238E27FC236}">
                  <a16:creationId xmlns:a16="http://schemas.microsoft.com/office/drawing/2014/main" id="{2D2AEB27-3DBE-4C46-B855-F6417F8BE584}"/>
                </a:ext>
              </a:extLst>
            </p:cNvPr>
            <p:cNvSpPr/>
            <p:nvPr/>
          </p:nvSpPr>
          <p:spPr>
            <a:xfrm>
              <a:off x="5561607" y="2545769"/>
              <a:ext cx="141832" cy="240365"/>
            </a:xfrm>
            <a:custGeom>
              <a:avLst/>
              <a:gdLst>
                <a:gd name="connsiteX0" fmla="*/ 141833 w 141832"/>
                <a:gd name="connsiteY0" fmla="*/ 5049 h 240365"/>
                <a:gd name="connsiteX1" fmla="*/ 133082 w 141832"/>
                <a:gd name="connsiteY1" fmla="*/ 61228 h 240365"/>
                <a:gd name="connsiteX2" fmla="*/ 102686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34 w 141832"/>
                <a:gd name="connsiteY10" fmla="*/ 0 h 240365"/>
                <a:gd name="connsiteX11" fmla="*/ 141833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3" y="5049"/>
                  </a:moveTo>
                  <a:lnTo>
                    <a:pt x="133082" y="61228"/>
                  </a:lnTo>
                  <a:cubicBezTo>
                    <a:pt x="124792" y="56623"/>
                    <a:pt x="114661" y="53859"/>
                    <a:pt x="102686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4" y="13348"/>
                    <a:pt x="89330" y="0"/>
                    <a:pt x="116034" y="0"/>
                  </a:cubicBezTo>
                  <a:cubicBezTo>
                    <a:pt x="123879" y="-17"/>
                    <a:pt x="133543" y="1365"/>
                    <a:pt x="141833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4" name="Freihandform: Form 153">
              <a:extLst>
                <a:ext uri="{FF2B5EF4-FFF2-40B4-BE49-F238E27FC236}">
                  <a16:creationId xmlns:a16="http://schemas.microsoft.com/office/drawing/2014/main" id="{33AF7FFB-EC7B-4744-BEA9-F91312BA94BD}"/>
                </a:ext>
              </a:extLst>
            </p:cNvPr>
            <p:cNvSpPr/>
            <p:nvPr/>
          </p:nvSpPr>
          <p:spPr>
            <a:xfrm>
              <a:off x="5733668" y="2545752"/>
              <a:ext cx="214138" cy="245899"/>
            </a:xfrm>
            <a:custGeom>
              <a:avLst/>
              <a:gdLst>
                <a:gd name="connsiteX0" fmla="*/ 116041 w 214138"/>
                <a:gd name="connsiteY0" fmla="*/ 245900 h 245899"/>
                <a:gd name="connsiteX1" fmla="*/ 0 w 214138"/>
                <a:gd name="connsiteY1" fmla="*/ 122489 h 245899"/>
                <a:gd name="connsiteX2" fmla="*/ 110063 w 214138"/>
                <a:gd name="connsiteY2" fmla="*/ 0 h 245899"/>
                <a:gd name="connsiteX3" fmla="*/ 214139 w 214138"/>
                <a:gd name="connsiteY3" fmla="*/ 119266 h 245899"/>
                <a:gd name="connsiteX4" fmla="*/ 213218 w 214138"/>
                <a:gd name="connsiteY4" fmla="*/ 141824 h 245899"/>
                <a:gd name="connsiteX5" fmla="*/ 55726 w 214138"/>
                <a:gd name="connsiteY5" fmla="*/ 141824 h 245899"/>
                <a:gd name="connsiteX6" fmla="*/ 116511 w 214138"/>
                <a:gd name="connsiteY6" fmla="*/ 198924 h 245899"/>
                <a:gd name="connsiteX7" fmla="*/ 174079 w 214138"/>
                <a:gd name="connsiteY7" fmla="*/ 171291 h 245899"/>
                <a:gd name="connsiteX8" fmla="*/ 208151 w 214138"/>
                <a:gd name="connsiteY8" fmla="*/ 207214 h 245899"/>
                <a:gd name="connsiteX9" fmla="*/ 116041 w 214138"/>
                <a:gd name="connsiteY9" fmla="*/ 245900 h 245899"/>
                <a:gd name="connsiteX10" fmla="*/ 54797 w 214138"/>
                <a:gd name="connsiteY10" fmla="*/ 101765 h 245899"/>
                <a:gd name="connsiteX11" fmla="*/ 161167 w 214138"/>
                <a:gd name="connsiteY11" fmla="*/ 101765 h 245899"/>
                <a:gd name="connsiteX12" fmla="*/ 109125 w 214138"/>
                <a:gd name="connsiteY12" fmla="*/ 45125 h 245899"/>
                <a:gd name="connsiteX13" fmla="*/ 54797 w 214138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8" h="245899">
                  <a:moveTo>
                    <a:pt x="116041" y="245900"/>
                  </a:moveTo>
                  <a:cubicBezTo>
                    <a:pt x="46507" y="245900"/>
                    <a:pt x="0" y="196621"/>
                    <a:pt x="0" y="122489"/>
                  </a:cubicBezTo>
                  <a:cubicBezTo>
                    <a:pt x="0" y="49739"/>
                    <a:pt x="44673" y="0"/>
                    <a:pt x="110063" y="0"/>
                  </a:cubicBezTo>
                  <a:cubicBezTo>
                    <a:pt x="173150" y="0"/>
                    <a:pt x="214139" y="46968"/>
                    <a:pt x="214139" y="119266"/>
                  </a:cubicBezTo>
                  <a:cubicBezTo>
                    <a:pt x="214139" y="127095"/>
                    <a:pt x="213670" y="135385"/>
                    <a:pt x="213218" y="141824"/>
                  </a:cubicBezTo>
                  <a:lnTo>
                    <a:pt x="55726" y="141824"/>
                  </a:lnTo>
                  <a:cubicBezTo>
                    <a:pt x="61714" y="178207"/>
                    <a:pt x="83360" y="198924"/>
                    <a:pt x="116511" y="198924"/>
                  </a:cubicBezTo>
                  <a:cubicBezTo>
                    <a:pt x="138156" y="198924"/>
                    <a:pt x="155657" y="190634"/>
                    <a:pt x="174079" y="171291"/>
                  </a:cubicBezTo>
                  <a:lnTo>
                    <a:pt x="208151" y="207214"/>
                  </a:lnTo>
                  <a:cubicBezTo>
                    <a:pt x="181431" y="233465"/>
                    <a:pt x="151495" y="245900"/>
                    <a:pt x="116041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4" y="65850"/>
                    <a:pt x="139982" y="45125"/>
                    <a:pt x="109125" y="45125"/>
                  </a:cubicBezTo>
                  <a:cubicBezTo>
                    <a:pt x="78746" y="45134"/>
                    <a:pt x="59402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5" name="Freihandform: Form 154">
              <a:extLst>
                <a:ext uri="{FF2B5EF4-FFF2-40B4-BE49-F238E27FC236}">
                  <a16:creationId xmlns:a16="http://schemas.microsoft.com/office/drawing/2014/main" id="{93A72E4F-5273-4932-87C1-9A44E6D802A2}"/>
                </a:ext>
              </a:extLst>
            </p:cNvPr>
            <p:cNvSpPr/>
            <p:nvPr/>
          </p:nvSpPr>
          <p:spPr>
            <a:xfrm>
              <a:off x="5999489" y="2447663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6" name="Freihandform: Form 155">
              <a:extLst>
                <a:ext uri="{FF2B5EF4-FFF2-40B4-BE49-F238E27FC236}">
                  <a16:creationId xmlns:a16="http://schemas.microsoft.com/office/drawing/2014/main" id="{296CC180-BECF-4BB2-9D3F-345BC48E83FD}"/>
                </a:ext>
              </a:extLst>
            </p:cNvPr>
            <p:cNvSpPr/>
            <p:nvPr/>
          </p:nvSpPr>
          <p:spPr>
            <a:xfrm>
              <a:off x="6120438" y="2545760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8 w 197542"/>
                <a:gd name="connsiteY1" fmla="*/ 245900 h 245899"/>
                <a:gd name="connsiteX2" fmla="*/ 0 w 197542"/>
                <a:gd name="connsiteY2" fmla="*/ 123871 h 245899"/>
                <a:gd name="connsiteX3" fmla="*/ 113279 w 197542"/>
                <a:gd name="connsiteY3" fmla="*/ 0 h 245899"/>
                <a:gd name="connsiteX4" fmla="*/ 197542 w 197542"/>
                <a:gd name="connsiteY4" fmla="*/ 40059 h 245899"/>
                <a:gd name="connsiteX5" fmla="*/ 159778 w 197542"/>
                <a:gd name="connsiteY5" fmla="*/ 75974 h 245899"/>
                <a:gd name="connsiteX6" fmla="*/ 112810 w 197542"/>
                <a:gd name="connsiteY6" fmla="*/ 50191 h 245899"/>
                <a:gd name="connsiteX7" fmla="*/ 54789 w 197542"/>
                <a:gd name="connsiteY7" fmla="*/ 122942 h 245899"/>
                <a:gd name="connsiteX8" fmla="*/ 112349 w 197542"/>
                <a:gd name="connsiteY8" fmla="*/ 196161 h 245899"/>
                <a:gd name="connsiteX9" fmla="*/ 160699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8" y="245900"/>
                    <a:pt x="112358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9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8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9" y="78737"/>
                    <a:pt x="54789" y="122942"/>
                  </a:cubicBezTo>
                  <a:cubicBezTo>
                    <a:pt x="54789" y="166694"/>
                    <a:pt x="78277" y="196161"/>
                    <a:pt x="112349" y="196161"/>
                  </a:cubicBezTo>
                  <a:cubicBezTo>
                    <a:pt x="130763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7" name="Freihandform: Form 156">
              <a:extLst>
                <a:ext uri="{FF2B5EF4-FFF2-40B4-BE49-F238E27FC236}">
                  <a16:creationId xmlns:a16="http://schemas.microsoft.com/office/drawing/2014/main" id="{815B2B66-D154-4CAE-9E05-F160280AF526}"/>
                </a:ext>
              </a:extLst>
            </p:cNvPr>
            <p:cNvSpPr/>
            <p:nvPr/>
          </p:nvSpPr>
          <p:spPr>
            <a:xfrm>
              <a:off x="6364973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8 h 342598"/>
                <a:gd name="connsiteX10" fmla="*/ 55719 w 201695"/>
                <a:gd name="connsiteY10" fmla="*/ 136298 h 342598"/>
                <a:gd name="connsiteX11" fmla="*/ 124324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8"/>
                  </a:lnTo>
                  <a:lnTo>
                    <a:pt x="55719" y="136298"/>
                  </a:lnTo>
                  <a:cubicBezTo>
                    <a:pt x="69074" y="115573"/>
                    <a:pt x="93483" y="102225"/>
                    <a:pt x="124324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8" name="Freihandform: Form 157">
              <a:extLst>
                <a:ext uri="{FF2B5EF4-FFF2-40B4-BE49-F238E27FC236}">
                  <a16:creationId xmlns:a16="http://schemas.microsoft.com/office/drawing/2014/main" id="{F4D79CE6-EDE8-44F4-A684-AD28961F3BD9}"/>
                </a:ext>
              </a:extLst>
            </p:cNvPr>
            <p:cNvSpPr/>
            <p:nvPr/>
          </p:nvSpPr>
          <p:spPr>
            <a:xfrm>
              <a:off x="6751826" y="2461940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9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2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9 w 398768"/>
                <a:gd name="connsiteY9" fmla="*/ 0 h 324184"/>
                <a:gd name="connsiteX10" fmla="*/ 317260 w 398768"/>
                <a:gd name="connsiteY10" fmla="*/ 324185 h 324184"/>
                <a:gd name="connsiteX11" fmla="*/ 257858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9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2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9" y="0"/>
                  </a:lnTo>
                  <a:lnTo>
                    <a:pt x="317260" y="324185"/>
                  </a:lnTo>
                  <a:lnTo>
                    <a:pt x="257858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9" name="Freihandform: Form 158">
              <a:extLst>
                <a:ext uri="{FF2B5EF4-FFF2-40B4-BE49-F238E27FC236}">
                  <a16:creationId xmlns:a16="http://schemas.microsoft.com/office/drawing/2014/main" id="{2F7D4B41-7B93-4F1E-9970-BCCF8B6998B4}"/>
                </a:ext>
              </a:extLst>
            </p:cNvPr>
            <p:cNvSpPr/>
            <p:nvPr/>
          </p:nvSpPr>
          <p:spPr>
            <a:xfrm>
              <a:off x="7196759" y="2447663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0" name="Freihandform: Form 159">
              <a:extLst>
                <a:ext uri="{FF2B5EF4-FFF2-40B4-BE49-F238E27FC236}">
                  <a16:creationId xmlns:a16="http://schemas.microsoft.com/office/drawing/2014/main" id="{C95388A3-66FF-4FB5-94A2-B1859A5937F6}"/>
                </a:ext>
              </a:extLst>
            </p:cNvPr>
            <p:cNvSpPr/>
            <p:nvPr/>
          </p:nvSpPr>
          <p:spPr>
            <a:xfrm>
              <a:off x="7330586" y="2545769"/>
              <a:ext cx="141832" cy="240365"/>
            </a:xfrm>
            <a:custGeom>
              <a:avLst/>
              <a:gdLst>
                <a:gd name="connsiteX0" fmla="*/ 141832 w 141832"/>
                <a:gd name="connsiteY0" fmla="*/ 5049 h 240365"/>
                <a:gd name="connsiteX1" fmla="*/ 133082 w 141832"/>
                <a:gd name="connsiteY1" fmla="*/ 61228 h 240365"/>
                <a:gd name="connsiteX2" fmla="*/ 102694 w 141832"/>
                <a:gd name="connsiteY2" fmla="*/ 53859 h 240365"/>
                <a:gd name="connsiteX3" fmla="*/ 54797 w 141832"/>
                <a:gd name="connsiteY3" fmla="*/ 120170 h 240365"/>
                <a:gd name="connsiteX4" fmla="*/ 54797 w 141832"/>
                <a:gd name="connsiteY4" fmla="*/ 240365 h 240365"/>
                <a:gd name="connsiteX5" fmla="*/ 0 w 141832"/>
                <a:gd name="connsiteY5" fmla="*/ 240365 h 240365"/>
                <a:gd name="connsiteX6" fmla="*/ 0 w 141832"/>
                <a:gd name="connsiteY6" fmla="*/ 5979 h 240365"/>
                <a:gd name="connsiteX7" fmla="*/ 53876 w 141832"/>
                <a:gd name="connsiteY7" fmla="*/ 5979 h 240365"/>
                <a:gd name="connsiteX8" fmla="*/ 53876 w 141832"/>
                <a:gd name="connsiteY8" fmla="*/ 35454 h 240365"/>
                <a:gd name="connsiteX9" fmla="*/ 54797 w 141832"/>
                <a:gd name="connsiteY9" fmla="*/ 35454 h 240365"/>
                <a:gd name="connsiteX10" fmla="*/ 116041 w 141832"/>
                <a:gd name="connsiteY10" fmla="*/ 0 h 240365"/>
                <a:gd name="connsiteX11" fmla="*/ 141832 w 141832"/>
                <a:gd name="connsiteY11" fmla="*/ 5049 h 2403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832" h="240365">
                  <a:moveTo>
                    <a:pt x="141832" y="5049"/>
                  </a:moveTo>
                  <a:lnTo>
                    <a:pt x="133082" y="61228"/>
                  </a:lnTo>
                  <a:cubicBezTo>
                    <a:pt x="124792" y="56623"/>
                    <a:pt x="114668" y="53859"/>
                    <a:pt x="102694" y="53859"/>
                  </a:cubicBezTo>
                  <a:cubicBezTo>
                    <a:pt x="64929" y="53859"/>
                    <a:pt x="54797" y="84256"/>
                    <a:pt x="54797" y="120170"/>
                  </a:cubicBezTo>
                  <a:lnTo>
                    <a:pt x="54797" y="240365"/>
                  </a:lnTo>
                  <a:lnTo>
                    <a:pt x="0" y="240365"/>
                  </a:lnTo>
                  <a:lnTo>
                    <a:pt x="0" y="5979"/>
                  </a:lnTo>
                  <a:lnTo>
                    <a:pt x="53876" y="5979"/>
                  </a:lnTo>
                  <a:lnTo>
                    <a:pt x="53876" y="35454"/>
                  </a:lnTo>
                  <a:lnTo>
                    <a:pt x="54797" y="35454"/>
                  </a:lnTo>
                  <a:cubicBezTo>
                    <a:pt x="67223" y="13348"/>
                    <a:pt x="89330" y="0"/>
                    <a:pt x="116041" y="0"/>
                  </a:cubicBezTo>
                  <a:cubicBezTo>
                    <a:pt x="123871" y="-17"/>
                    <a:pt x="133543" y="1365"/>
                    <a:pt x="141832" y="504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1" name="Freihandform: Form 160">
              <a:extLst>
                <a:ext uri="{FF2B5EF4-FFF2-40B4-BE49-F238E27FC236}">
                  <a16:creationId xmlns:a16="http://schemas.microsoft.com/office/drawing/2014/main" id="{778D8F18-F84F-465D-BFC1-1FE4712F2C27}"/>
                </a:ext>
              </a:extLst>
            </p:cNvPr>
            <p:cNvSpPr/>
            <p:nvPr/>
          </p:nvSpPr>
          <p:spPr>
            <a:xfrm>
              <a:off x="7506323" y="2475749"/>
              <a:ext cx="145977" cy="315903"/>
            </a:xfrm>
            <a:custGeom>
              <a:avLst/>
              <a:gdLst>
                <a:gd name="connsiteX0" fmla="*/ 145978 w 145977"/>
                <a:gd name="connsiteY0" fmla="*/ 260185 h 315903"/>
                <a:gd name="connsiteX1" fmla="*/ 145978 w 145977"/>
                <a:gd name="connsiteY1" fmla="*/ 307153 h 315903"/>
                <a:gd name="connsiteX2" fmla="*/ 99923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2 w 145977"/>
                <a:gd name="connsiteY15" fmla="*/ 268006 h 315903"/>
                <a:gd name="connsiteX16" fmla="*/ 145978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3" y="312680"/>
                    <a:pt x="116041" y="315903"/>
                    <a:pt x="99923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20" y="268006"/>
                    <a:pt x="115572" y="268006"/>
                  </a:cubicBezTo>
                  <a:cubicBezTo>
                    <a:pt x="125721" y="268015"/>
                    <a:pt x="136766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2" name="Freihandform: Form 201">
              <a:extLst>
                <a:ext uri="{FF2B5EF4-FFF2-40B4-BE49-F238E27FC236}">
                  <a16:creationId xmlns:a16="http://schemas.microsoft.com/office/drawing/2014/main" id="{A3512126-3734-4488-B3C7-50AA8C99473F}"/>
                </a:ext>
              </a:extLst>
            </p:cNvPr>
            <p:cNvSpPr/>
            <p:nvPr/>
          </p:nvSpPr>
          <p:spPr>
            <a:xfrm>
              <a:off x="7691154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3" y="53415"/>
                    <a:pt x="115121" y="46499"/>
                    <a:pt x="97159" y="46499"/>
                  </a:cubicBezTo>
                  <a:cubicBezTo>
                    <a:pt x="76896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3" name="Freihandform: Form 202">
              <a:extLst>
                <a:ext uri="{FF2B5EF4-FFF2-40B4-BE49-F238E27FC236}">
                  <a16:creationId xmlns:a16="http://schemas.microsoft.com/office/drawing/2014/main" id="{140A4E5F-697E-4391-A49B-C3859A1DB057}"/>
                </a:ext>
              </a:extLst>
            </p:cNvPr>
            <p:cNvSpPr/>
            <p:nvPr/>
          </p:nvSpPr>
          <p:spPr>
            <a:xfrm>
              <a:off x="7916480" y="2545760"/>
              <a:ext cx="197541" cy="245899"/>
            </a:xfrm>
            <a:custGeom>
              <a:avLst/>
              <a:gdLst>
                <a:gd name="connsiteX0" fmla="*/ 196169 w 197541"/>
                <a:gd name="connsiteY0" fmla="*/ 208135 h 245899"/>
                <a:gd name="connsiteX1" fmla="*/ 112357 w 197541"/>
                <a:gd name="connsiteY1" fmla="*/ 245900 h 245899"/>
                <a:gd name="connsiteX2" fmla="*/ 0 w 197541"/>
                <a:gd name="connsiteY2" fmla="*/ 123871 h 245899"/>
                <a:gd name="connsiteX3" fmla="*/ 113278 w 197541"/>
                <a:gd name="connsiteY3" fmla="*/ 0 h 245899"/>
                <a:gd name="connsiteX4" fmla="*/ 197542 w 197541"/>
                <a:gd name="connsiteY4" fmla="*/ 40059 h 245899"/>
                <a:gd name="connsiteX5" fmla="*/ 159777 w 197541"/>
                <a:gd name="connsiteY5" fmla="*/ 75974 h 245899"/>
                <a:gd name="connsiteX6" fmla="*/ 112810 w 197541"/>
                <a:gd name="connsiteY6" fmla="*/ 50191 h 245899"/>
                <a:gd name="connsiteX7" fmla="*/ 54788 w 197541"/>
                <a:gd name="connsiteY7" fmla="*/ 122942 h 245899"/>
                <a:gd name="connsiteX8" fmla="*/ 112349 w 197541"/>
                <a:gd name="connsiteY8" fmla="*/ 196161 h 245899"/>
                <a:gd name="connsiteX9" fmla="*/ 160699 w 197541"/>
                <a:gd name="connsiteY9" fmla="*/ 170370 h 245899"/>
                <a:gd name="connsiteX10" fmla="*/ 196169 w 197541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1" h="245899">
                  <a:moveTo>
                    <a:pt x="196169" y="208135"/>
                  </a:moveTo>
                  <a:cubicBezTo>
                    <a:pt x="172680" y="233926"/>
                    <a:pt x="145977" y="245900"/>
                    <a:pt x="112357" y="245900"/>
                  </a:cubicBezTo>
                  <a:cubicBezTo>
                    <a:pt x="45126" y="245900"/>
                    <a:pt x="0" y="197551"/>
                    <a:pt x="0" y="123871"/>
                  </a:cubicBezTo>
                  <a:cubicBezTo>
                    <a:pt x="0" y="50191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59"/>
                  </a:cubicBezTo>
                  <a:lnTo>
                    <a:pt x="159777" y="75974"/>
                  </a:lnTo>
                  <a:cubicBezTo>
                    <a:pt x="145969" y="58012"/>
                    <a:pt x="131231" y="50191"/>
                    <a:pt x="112810" y="50191"/>
                  </a:cubicBezTo>
                  <a:cubicBezTo>
                    <a:pt x="78277" y="50191"/>
                    <a:pt x="54788" y="78737"/>
                    <a:pt x="54788" y="122942"/>
                  </a:cubicBezTo>
                  <a:cubicBezTo>
                    <a:pt x="54788" y="166694"/>
                    <a:pt x="78277" y="196161"/>
                    <a:pt x="112349" y="196161"/>
                  </a:cubicBezTo>
                  <a:cubicBezTo>
                    <a:pt x="130762" y="196161"/>
                    <a:pt x="145500" y="187871"/>
                    <a:pt x="160699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4" name="Freihandform: Form 203">
              <a:extLst>
                <a:ext uri="{FF2B5EF4-FFF2-40B4-BE49-F238E27FC236}">
                  <a16:creationId xmlns:a16="http://schemas.microsoft.com/office/drawing/2014/main" id="{C5B8B719-FB01-4DF6-B8A8-5B018E97920C}"/>
                </a:ext>
              </a:extLst>
            </p:cNvPr>
            <p:cNvSpPr/>
            <p:nvPr/>
          </p:nvSpPr>
          <p:spPr>
            <a:xfrm>
              <a:off x="8161024" y="2443535"/>
              <a:ext cx="201695" cy="342598"/>
            </a:xfrm>
            <a:custGeom>
              <a:avLst/>
              <a:gdLst>
                <a:gd name="connsiteX0" fmla="*/ 201696 w 201695"/>
                <a:gd name="connsiteY0" fmla="*/ 342590 h 342598"/>
                <a:gd name="connsiteX1" fmla="*/ 146898 w 201695"/>
                <a:gd name="connsiteY1" fmla="*/ 342590 h 342598"/>
                <a:gd name="connsiteX2" fmla="*/ 146898 w 201695"/>
                <a:gd name="connsiteY2" fmla="*/ 208587 h 342598"/>
                <a:gd name="connsiteX3" fmla="*/ 103607 w 201695"/>
                <a:gd name="connsiteY3" fmla="*/ 151487 h 342598"/>
                <a:gd name="connsiteX4" fmla="*/ 54798 w 201695"/>
                <a:gd name="connsiteY4" fmla="*/ 208135 h 342598"/>
                <a:gd name="connsiteX5" fmla="*/ 54798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8 w 201695"/>
                <a:gd name="connsiteY8" fmla="*/ 0 h 342598"/>
                <a:gd name="connsiteX9" fmla="*/ 54798 w 201695"/>
                <a:gd name="connsiteY9" fmla="*/ 136298 h 342598"/>
                <a:gd name="connsiteX10" fmla="*/ 55719 w 201695"/>
                <a:gd name="connsiteY10" fmla="*/ 136298 h 342598"/>
                <a:gd name="connsiteX11" fmla="*/ 124332 w 201695"/>
                <a:gd name="connsiteY11" fmla="*/ 102225 h 342598"/>
                <a:gd name="connsiteX12" fmla="*/ 201688 w 201695"/>
                <a:gd name="connsiteY12" fmla="*/ 197082 h 342598"/>
                <a:gd name="connsiteX13" fmla="*/ 201688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6" y="342590"/>
                  </a:moveTo>
                  <a:lnTo>
                    <a:pt x="146898" y="342590"/>
                  </a:lnTo>
                  <a:lnTo>
                    <a:pt x="146898" y="208587"/>
                  </a:lnTo>
                  <a:cubicBezTo>
                    <a:pt x="146898" y="174054"/>
                    <a:pt x="136306" y="151487"/>
                    <a:pt x="103607" y="151487"/>
                  </a:cubicBezTo>
                  <a:cubicBezTo>
                    <a:pt x="65850" y="151487"/>
                    <a:pt x="54798" y="181423"/>
                    <a:pt x="54798" y="208135"/>
                  </a:cubicBezTo>
                  <a:lnTo>
                    <a:pt x="54798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8" y="0"/>
                  </a:lnTo>
                  <a:lnTo>
                    <a:pt x="54798" y="136298"/>
                  </a:lnTo>
                  <a:lnTo>
                    <a:pt x="55719" y="136298"/>
                  </a:lnTo>
                  <a:cubicBezTo>
                    <a:pt x="69074" y="115573"/>
                    <a:pt x="93484" y="102225"/>
                    <a:pt x="124332" y="102225"/>
                  </a:cubicBezTo>
                  <a:cubicBezTo>
                    <a:pt x="178660" y="102225"/>
                    <a:pt x="201688" y="142745"/>
                    <a:pt x="201688" y="197082"/>
                  </a:cubicBezTo>
                  <a:lnTo>
                    <a:pt x="201688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5" name="Freihandform: Form 204">
              <a:extLst>
                <a:ext uri="{FF2B5EF4-FFF2-40B4-BE49-F238E27FC236}">
                  <a16:creationId xmlns:a16="http://schemas.microsoft.com/office/drawing/2014/main" id="{7725D6DA-37D3-47CF-89CE-BB856CF2EB8D}"/>
                </a:ext>
              </a:extLst>
            </p:cNvPr>
            <p:cNvSpPr/>
            <p:nvPr/>
          </p:nvSpPr>
          <p:spPr>
            <a:xfrm>
              <a:off x="8416729" y="2545752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40 w 198923"/>
                <a:gd name="connsiteY1" fmla="*/ 99922 h 245899"/>
                <a:gd name="connsiteX2" fmla="*/ 145040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6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495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26" y="94856"/>
                    <a:pt x="129851" y="95778"/>
                    <a:pt x="145040" y="99922"/>
                  </a:cubicBezTo>
                  <a:lnTo>
                    <a:pt x="145040" y="91633"/>
                  </a:lnTo>
                  <a:cubicBezTo>
                    <a:pt x="145040" y="61705"/>
                    <a:pt x="127539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2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6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28" y="204919"/>
                    <a:pt x="129851" y="195248"/>
                    <a:pt x="145048" y="176834"/>
                  </a:cubicBezTo>
                  <a:lnTo>
                    <a:pt x="145048" y="135845"/>
                  </a:lnTo>
                  <a:cubicBezTo>
                    <a:pt x="132152" y="132621"/>
                    <a:pt x="118797" y="131240"/>
                    <a:pt x="106831" y="131240"/>
                  </a:cubicBezTo>
                  <a:cubicBezTo>
                    <a:pt x="72298" y="131240"/>
                    <a:pt x="52495" y="145048"/>
                    <a:pt x="52495" y="169918"/>
                  </a:cubicBezTo>
                  <a:cubicBezTo>
                    <a:pt x="52486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6" name="Freihandform: Form 205">
              <a:extLst>
                <a:ext uri="{FF2B5EF4-FFF2-40B4-BE49-F238E27FC236}">
                  <a16:creationId xmlns:a16="http://schemas.microsoft.com/office/drawing/2014/main" id="{1DBBFD29-EE8E-4CCD-A8B3-557E22A4C9E9}"/>
                </a:ext>
              </a:extLst>
            </p:cNvPr>
            <p:cNvSpPr/>
            <p:nvPr/>
          </p:nvSpPr>
          <p:spPr>
            <a:xfrm>
              <a:off x="8659530" y="2440295"/>
              <a:ext cx="143667" cy="345830"/>
            </a:xfrm>
            <a:custGeom>
              <a:avLst/>
              <a:gdLst>
                <a:gd name="connsiteX0" fmla="*/ 143667 w 143667"/>
                <a:gd name="connsiteY0" fmla="*/ 51582 h 345830"/>
                <a:gd name="connsiteX1" fmla="*/ 119727 w 143667"/>
                <a:gd name="connsiteY1" fmla="*/ 46976 h 345830"/>
                <a:gd name="connsiteX2" fmla="*/ 90712 w 143667"/>
                <a:gd name="connsiteY2" fmla="*/ 79667 h 345830"/>
                <a:gd name="connsiteX3" fmla="*/ 90712 w 143667"/>
                <a:gd name="connsiteY3" fmla="*/ 111445 h 345830"/>
                <a:gd name="connsiteX4" fmla="*/ 137228 w 143667"/>
                <a:gd name="connsiteY4" fmla="*/ 111445 h 345830"/>
                <a:gd name="connsiteX5" fmla="*/ 137228 w 143667"/>
                <a:gd name="connsiteY5" fmla="*/ 157031 h 345830"/>
                <a:gd name="connsiteX6" fmla="*/ 91173 w 143667"/>
                <a:gd name="connsiteY6" fmla="*/ 157031 h 345830"/>
                <a:gd name="connsiteX7" fmla="*/ 91173 w 143667"/>
                <a:gd name="connsiteY7" fmla="*/ 345831 h 345830"/>
                <a:gd name="connsiteX8" fmla="*/ 36375 w 143667"/>
                <a:gd name="connsiteY8" fmla="*/ 345831 h 345830"/>
                <a:gd name="connsiteX9" fmla="*/ 36375 w 143667"/>
                <a:gd name="connsiteY9" fmla="*/ 157031 h 345830"/>
                <a:gd name="connsiteX10" fmla="*/ 0 w 143667"/>
                <a:gd name="connsiteY10" fmla="*/ 157031 h 345830"/>
                <a:gd name="connsiteX11" fmla="*/ 0 w 143667"/>
                <a:gd name="connsiteY11" fmla="*/ 111445 h 345830"/>
                <a:gd name="connsiteX12" fmla="*/ 36375 w 143667"/>
                <a:gd name="connsiteY12" fmla="*/ 111445 h 345830"/>
                <a:gd name="connsiteX13" fmla="*/ 36375 w 143667"/>
                <a:gd name="connsiteY13" fmla="*/ 77824 h 345830"/>
                <a:gd name="connsiteX14" fmla="*/ 110976 w 143667"/>
                <a:gd name="connsiteY14" fmla="*/ 0 h 345830"/>
                <a:gd name="connsiteX15" fmla="*/ 143667 w 143667"/>
                <a:gd name="connsiteY15" fmla="*/ 5066 h 345830"/>
                <a:gd name="connsiteX16" fmla="*/ 143667 w 143667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67" h="345830">
                  <a:moveTo>
                    <a:pt x="143667" y="51582"/>
                  </a:moveTo>
                  <a:cubicBezTo>
                    <a:pt x="136298" y="48358"/>
                    <a:pt x="127548" y="46976"/>
                    <a:pt x="119727" y="46976"/>
                  </a:cubicBezTo>
                  <a:cubicBezTo>
                    <a:pt x="99001" y="46976"/>
                    <a:pt x="90712" y="57569"/>
                    <a:pt x="90712" y="79667"/>
                  </a:cubicBezTo>
                  <a:lnTo>
                    <a:pt x="90712" y="111445"/>
                  </a:lnTo>
                  <a:lnTo>
                    <a:pt x="137228" y="111445"/>
                  </a:lnTo>
                  <a:lnTo>
                    <a:pt x="137228" y="157031"/>
                  </a:lnTo>
                  <a:lnTo>
                    <a:pt x="91173" y="157031"/>
                  </a:lnTo>
                  <a:lnTo>
                    <a:pt x="91173" y="345831"/>
                  </a:lnTo>
                  <a:lnTo>
                    <a:pt x="36375" y="345831"/>
                  </a:lnTo>
                  <a:lnTo>
                    <a:pt x="36375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75" y="111445"/>
                  </a:lnTo>
                  <a:lnTo>
                    <a:pt x="36375" y="77824"/>
                  </a:lnTo>
                  <a:cubicBezTo>
                    <a:pt x="36375" y="29015"/>
                    <a:pt x="58481" y="0"/>
                    <a:pt x="110976" y="0"/>
                  </a:cubicBezTo>
                  <a:cubicBezTo>
                    <a:pt x="122951" y="0"/>
                    <a:pt x="134465" y="1382"/>
                    <a:pt x="143667" y="5066"/>
                  </a:cubicBezTo>
                  <a:lnTo>
                    <a:pt x="143667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7" name="Freihandform: Form 206">
              <a:extLst>
                <a:ext uri="{FF2B5EF4-FFF2-40B4-BE49-F238E27FC236}">
                  <a16:creationId xmlns:a16="http://schemas.microsoft.com/office/drawing/2014/main" id="{2D98E32F-BDD7-4752-A6B1-BC0D4C3F7AC3}"/>
                </a:ext>
              </a:extLst>
            </p:cNvPr>
            <p:cNvSpPr/>
            <p:nvPr/>
          </p:nvSpPr>
          <p:spPr>
            <a:xfrm>
              <a:off x="8832370" y="2475749"/>
              <a:ext cx="145978" cy="315903"/>
            </a:xfrm>
            <a:custGeom>
              <a:avLst/>
              <a:gdLst>
                <a:gd name="connsiteX0" fmla="*/ 145978 w 145978"/>
                <a:gd name="connsiteY0" fmla="*/ 260185 h 315903"/>
                <a:gd name="connsiteX1" fmla="*/ 145978 w 145978"/>
                <a:gd name="connsiteY1" fmla="*/ 307153 h 315903"/>
                <a:gd name="connsiteX2" fmla="*/ 99923 w 145978"/>
                <a:gd name="connsiteY2" fmla="*/ 315903 h 315903"/>
                <a:gd name="connsiteX3" fmla="*/ 35915 w 145978"/>
                <a:gd name="connsiteY3" fmla="*/ 250053 h 315903"/>
                <a:gd name="connsiteX4" fmla="*/ 35915 w 145978"/>
                <a:gd name="connsiteY4" fmla="*/ 121577 h 315903"/>
                <a:gd name="connsiteX5" fmla="*/ 0 w 145978"/>
                <a:gd name="connsiteY5" fmla="*/ 121577 h 315903"/>
                <a:gd name="connsiteX6" fmla="*/ 0 w 145978"/>
                <a:gd name="connsiteY6" fmla="*/ 75991 h 315903"/>
                <a:gd name="connsiteX7" fmla="*/ 35454 w 145978"/>
                <a:gd name="connsiteY7" fmla="*/ 75991 h 315903"/>
                <a:gd name="connsiteX8" fmla="*/ 35454 w 145978"/>
                <a:gd name="connsiteY8" fmla="*/ 11983 h 315903"/>
                <a:gd name="connsiteX9" fmla="*/ 90252 w 145978"/>
                <a:gd name="connsiteY9" fmla="*/ 0 h 315903"/>
                <a:gd name="connsiteX10" fmla="*/ 90252 w 145978"/>
                <a:gd name="connsiteY10" fmla="*/ 75982 h 315903"/>
                <a:gd name="connsiteX11" fmla="*/ 145969 w 145978"/>
                <a:gd name="connsiteY11" fmla="*/ 75982 h 315903"/>
                <a:gd name="connsiteX12" fmla="*/ 145969 w 145978"/>
                <a:gd name="connsiteY12" fmla="*/ 121568 h 315903"/>
                <a:gd name="connsiteX13" fmla="*/ 90252 w 145978"/>
                <a:gd name="connsiteY13" fmla="*/ 121568 h 315903"/>
                <a:gd name="connsiteX14" fmla="*/ 90252 w 145978"/>
                <a:gd name="connsiteY14" fmla="*/ 237149 h 315903"/>
                <a:gd name="connsiteX15" fmla="*/ 115573 w 145978"/>
                <a:gd name="connsiteY15" fmla="*/ 268006 h 315903"/>
                <a:gd name="connsiteX16" fmla="*/ 145978 w 145978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8" h="315903">
                  <a:moveTo>
                    <a:pt x="145978" y="260185"/>
                  </a:moveTo>
                  <a:lnTo>
                    <a:pt x="145978" y="307153"/>
                  </a:lnTo>
                  <a:cubicBezTo>
                    <a:pt x="134004" y="312680"/>
                    <a:pt x="116042" y="315903"/>
                    <a:pt x="99923" y="315903"/>
                  </a:cubicBezTo>
                  <a:cubicBezTo>
                    <a:pt x="58481" y="315903"/>
                    <a:pt x="35915" y="292876"/>
                    <a:pt x="35915" y="250053"/>
                  </a:cubicBezTo>
                  <a:lnTo>
                    <a:pt x="35915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2" y="0"/>
                  </a:lnTo>
                  <a:lnTo>
                    <a:pt x="90252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2" y="121568"/>
                  </a:lnTo>
                  <a:lnTo>
                    <a:pt x="90252" y="237149"/>
                  </a:lnTo>
                  <a:cubicBezTo>
                    <a:pt x="90252" y="258795"/>
                    <a:pt x="97620" y="268006"/>
                    <a:pt x="115573" y="268006"/>
                  </a:cubicBezTo>
                  <a:cubicBezTo>
                    <a:pt x="125714" y="268015"/>
                    <a:pt x="136758" y="264791"/>
                    <a:pt x="145978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8" name="Freihandform: Form 207">
              <a:extLst>
                <a:ext uri="{FF2B5EF4-FFF2-40B4-BE49-F238E27FC236}">
                  <a16:creationId xmlns:a16="http://schemas.microsoft.com/office/drawing/2014/main" id="{BD915048-FE88-419D-9EBB-8092B5E0F630}"/>
                </a:ext>
              </a:extLst>
            </p:cNvPr>
            <p:cNvSpPr/>
            <p:nvPr/>
          </p:nvSpPr>
          <p:spPr>
            <a:xfrm>
              <a:off x="9017185" y="2545752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4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2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3" y="191563"/>
                    <a:pt x="71821" y="200314"/>
                    <a:pt x="92545" y="200314"/>
                  </a:cubicBezTo>
                  <a:cubicBezTo>
                    <a:pt x="112810" y="200314"/>
                    <a:pt x="127078" y="191103"/>
                    <a:pt x="127078" y="176826"/>
                  </a:cubicBezTo>
                  <a:cubicBezTo>
                    <a:pt x="127078" y="136766"/>
                    <a:pt x="9664" y="151035"/>
                    <a:pt x="9664" y="72750"/>
                  </a:cubicBezTo>
                  <a:cubicBezTo>
                    <a:pt x="9664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8" y="24401"/>
                  </a:cubicBezTo>
                  <a:lnTo>
                    <a:pt x="153338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2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9" name="Freihandform: Form 208">
              <a:extLst>
                <a:ext uri="{FF2B5EF4-FFF2-40B4-BE49-F238E27FC236}">
                  <a16:creationId xmlns:a16="http://schemas.microsoft.com/office/drawing/2014/main" id="{1041994C-FB80-4B8C-A450-4723FFE0FDD3}"/>
                </a:ext>
              </a:extLst>
            </p:cNvPr>
            <p:cNvSpPr/>
            <p:nvPr/>
          </p:nvSpPr>
          <p:spPr>
            <a:xfrm>
              <a:off x="9240728" y="2616208"/>
              <a:ext cx="115119" cy="52033"/>
            </a:xfrm>
            <a:custGeom>
              <a:avLst/>
              <a:gdLst>
                <a:gd name="connsiteX0" fmla="*/ 115120 w 115119"/>
                <a:gd name="connsiteY0" fmla="*/ 52034 h 52033"/>
                <a:gd name="connsiteX1" fmla="*/ 0 w 115119"/>
                <a:gd name="connsiteY1" fmla="*/ 52034 h 52033"/>
                <a:gd name="connsiteX2" fmla="*/ 0 w 115119"/>
                <a:gd name="connsiteY2" fmla="*/ 0 h 52033"/>
                <a:gd name="connsiteX3" fmla="*/ 115120 w 115119"/>
                <a:gd name="connsiteY3" fmla="*/ 0 h 52033"/>
                <a:gd name="connsiteX4" fmla="*/ 115120 w 115119"/>
                <a:gd name="connsiteY4" fmla="*/ 52034 h 52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119" h="52033">
                  <a:moveTo>
                    <a:pt x="115120" y="52034"/>
                  </a:moveTo>
                  <a:lnTo>
                    <a:pt x="0" y="52034"/>
                  </a:lnTo>
                  <a:lnTo>
                    <a:pt x="0" y="0"/>
                  </a:lnTo>
                  <a:lnTo>
                    <a:pt x="115120" y="0"/>
                  </a:lnTo>
                  <a:lnTo>
                    <a:pt x="115120" y="52034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0" name="Freihandform: Form 209">
              <a:extLst>
                <a:ext uri="{FF2B5EF4-FFF2-40B4-BE49-F238E27FC236}">
                  <a16:creationId xmlns:a16="http://schemas.microsoft.com/office/drawing/2014/main" id="{3F006D8D-E219-438B-83C5-C378362B72E1}"/>
                </a:ext>
              </a:extLst>
            </p:cNvPr>
            <p:cNvSpPr/>
            <p:nvPr/>
          </p:nvSpPr>
          <p:spPr>
            <a:xfrm>
              <a:off x="9550208" y="2551739"/>
              <a:ext cx="201686" cy="239921"/>
            </a:xfrm>
            <a:custGeom>
              <a:avLst/>
              <a:gdLst>
                <a:gd name="connsiteX0" fmla="*/ 54797 w 201686"/>
                <a:gd name="connsiteY0" fmla="*/ 140911 h 239921"/>
                <a:gd name="connsiteX1" fmla="*/ 101304 w 201686"/>
                <a:gd name="connsiteY1" fmla="*/ 190182 h 239921"/>
                <a:gd name="connsiteX2" fmla="*/ 146890 w 201686"/>
                <a:gd name="connsiteY2" fmla="*/ 140451 h 239921"/>
                <a:gd name="connsiteX3" fmla="*/ 146890 w 201686"/>
                <a:gd name="connsiteY3" fmla="*/ 8 h 239921"/>
                <a:gd name="connsiteX4" fmla="*/ 201687 w 201686"/>
                <a:gd name="connsiteY4" fmla="*/ 8 h 239921"/>
                <a:gd name="connsiteX5" fmla="*/ 201687 w 201686"/>
                <a:gd name="connsiteY5" fmla="*/ 142301 h 239921"/>
                <a:gd name="connsiteX6" fmla="*/ 102685 w 201686"/>
                <a:gd name="connsiteY6" fmla="*/ 239921 h 239921"/>
                <a:gd name="connsiteX7" fmla="*/ 0 w 201686"/>
                <a:gd name="connsiteY7" fmla="*/ 142754 h 239921"/>
                <a:gd name="connsiteX8" fmla="*/ 0 w 201686"/>
                <a:gd name="connsiteY8" fmla="*/ 0 h 239921"/>
                <a:gd name="connsiteX9" fmla="*/ 54797 w 201686"/>
                <a:gd name="connsiteY9" fmla="*/ 0 h 239921"/>
                <a:gd name="connsiteX10" fmla="*/ 54797 w 201686"/>
                <a:gd name="connsiteY10" fmla="*/ 140911 h 23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1686" h="239921">
                  <a:moveTo>
                    <a:pt x="54797" y="140911"/>
                  </a:moveTo>
                  <a:cubicBezTo>
                    <a:pt x="54797" y="173141"/>
                    <a:pt x="70916" y="190182"/>
                    <a:pt x="101304" y="190182"/>
                  </a:cubicBezTo>
                  <a:cubicBezTo>
                    <a:pt x="131240" y="190182"/>
                    <a:pt x="146890" y="173610"/>
                    <a:pt x="146890" y="140451"/>
                  </a:cubicBezTo>
                  <a:lnTo>
                    <a:pt x="146890" y="8"/>
                  </a:lnTo>
                  <a:lnTo>
                    <a:pt x="201687" y="8"/>
                  </a:lnTo>
                  <a:lnTo>
                    <a:pt x="201687" y="142301"/>
                  </a:lnTo>
                  <a:cubicBezTo>
                    <a:pt x="201687" y="203998"/>
                    <a:pt x="167155" y="239921"/>
                    <a:pt x="102685" y="239921"/>
                  </a:cubicBezTo>
                  <a:cubicBezTo>
                    <a:pt x="38678" y="239921"/>
                    <a:pt x="0" y="203998"/>
                    <a:pt x="0" y="142754"/>
                  </a:cubicBezTo>
                  <a:lnTo>
                    <a:pt x="0" y="0"/>
                  </a:lnTo>
                  <a:lnTo>
                    <a:pt x="54797" y="0"/>
                  </a:lnTo>
                  <a:lnTo>
                    <a:pt x="54797" y="14091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1" name="Freihandform: Form 210">
              <a:extLst>
                <a:ext uri="{FF2B5EF4-FFF2-40B4-BE49-F238E27FC236}">
                  <a16:creationId xmlns:a16="http://schemas.microsoft.com/office/drawing/2014/main" id="{42B68FE3-6246-468A-A9CC-619DD77F8675}"/>
                </a:ext>
              </a:extLst>
            </p:cNvPr>
            <p:cNvSpPr/>
            <p:nvPr/>
          </p:nvSpPr>
          <p:spPr>
            <a:xfrm>
              <a:off x="9821371" y="2545760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89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2" name="Freihandform: Form 211">
              <a:extLst>
                <a:ext uri="{FF2B5EF4-FFF2-40B4-BE49-F238E27FC236}">
                  <a16:creationId xmlns:a16="http://schemas.microsoft.com/office/drawing/2014/main" id="{45BE1ABE-A986-48B3-9EC3-5AC189356127}"/>
                </a:ext>
              </a:extLst>
            </p:cNvPr>
            <p:cNvSpPr/>
            <p:nvPr/>
          </p:nvSpPr>
          <p:spPr>
            <a:xfrm>
              <a:off x="10081021" y="2443527"/>
              <a:ext cx="219196" cy="348125"/>
            </a:xfrm>
            <a:custGeom>
              <a:avLst/>
              <a:gdLst>
                <a:gd name="connsiteX0" fmla="*/ 0 w 219196"/>
                <a:gd name="connsiteY0" fmla="*/ 224715 h 348125"/>
                <a:gd name="connsiteX1" fmla="*/ 95326 w 219196"/>
                <a:gd name="connsiteY1" fmla="*/ 102225 h 348125"/>
                <a:gd name="connsiteX2" fmla="*/ 163478 w 219196"/>
                <a:gd name="connsiteY2" fmla="*/ 133995 h 348125"/>
                <a:gd name="connsiteX3" fmla="*/ 164399 w 219196"/>
                <a:gd name="connsiteY3" fmla="*/ 133995 h 348125"/>
                <a:gd name="connsiteX4" fmla="*/ 164399 w 219196"/>
                <a:gd name="connsiteY4" fmla="*/ 13808 h 348125"/>
                <a:gd name="connsiteX5" fmla="*/ 219196 w 219196"/>
                <a:gd name="connsiteY5" fmla="*/ 0 h 348125"/>
                <a:gd name="connsiteX6" fmla="*/ 219196 w 219196"/>
                <a:gd name="connsiteY6" fmla="*/ 342598 h 348125"/>
                <a:gd name="connsiteX7" fmla="*/ 165781 w 219196"/>
                <a:gd name="connsiteY7" fmla="*/ 342598 h 348125"/>
                <a:gd name="connsiteX8" fmla="*/ 165781 w 219196"/>
                <a:gd name="connsiteY8" fmla="*/ 314965 h 348125"/>
                <a:gd name="connsiteX9" fmla="*/ 164860 w 219196"/>
                <a:gd name="connsiteY9" fmla="*/ 314965 h 348125"/>
                <a:gd name="connsiteX10" fmla="*/ 94405 w 219196"/>
                <a:gd name="connsiteY10" fmla="*/ 348125 h 348125"/>
                <a:gd name="connsiteX11" fmla="*/ 0 w 219196"/>
                <a:gd name="connsiteY11" fmla="*/ 224715 h 348125"/>
                <a:gd name="connsiteX12" fmla="*/ 54345 w 219196"/>
                <a:gd name="connsiteY12" fmla="*/ 224715 h 348125"/>
                <a:gd name="connsiteX13" fmla="*/ 108681 w 219196"/>
                <a:gd name="connsiteY13" fmla="*/ 299776 h 348125"/>
                <a:gd name="connsiteX14" fmla="*/ 164399 w 219196"/>
                <a:gd name="connsiteY14" fmla="*/ 268919 h 348125"/>
                <a:gd name="connsiteX15" fmla="*/ 164399 w 219196"/>
                <a:gd name="connsiteY15" fmla="*/ 183265 h 348125"/>
                <a:gd name="connsiteX16" fmla="*/ 108681 w 219196"/>
                <a:gd name="connsiteY16" fmla="*/ 151956 h 348125"/>
                <a:gd name="connsiteX17" fmla="*/ 54345 w 219196"/>
                <a:gd name="connsiteY17" fmla="*/ 224715 h 348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9196" h="348125">
                  <a:moveTo>
                    <a:pt x="0" y="224715"/>
                  </a:moveTo>
                  <a:cubicBezTo>
                    <a:pt x="0" y="149193"/>
                    <a:pt x="38217" y="102225"/>
                    <a:pt x="95326" y="102225"/>
                  </a:cubicBezTo>
                  <a:cubicBezTo>
                    <a:pt x="124801" y="102225"/>
                    <a:pt x="147828" y="114652"/>
                    <a:pt x="163478" y="133995"/>
                  </a:cubicBezTo>
                  <a:lnTo>
                    <a:pt x="164399" y="133995"/>
                  </a:lnTo>
                  <a:lnTo>
                    <a:pt x="164399" y="13808"/>
                  </a:lnTo>
                  <a:lnTo>
                    <a:pt x="219196" y="0"/>
                  </a:lnTo>
                  <a:lnTo>
                    <a:pt x="219196" y="342598"/>
                  </a:lnTo>
                  <a:lnTo>
                    <a:pt x="165781" y="342598"/>
                  </a:lnTo>
                  <a:lnTo>
                    <a:pt x="165781" y="314965"/>
                  </a:lnTo>
                  <a:lnTo>
                    <a:pt x="164860" y="314965"/>
                  </a:lnTo>
                  <a:cubicBezTo>
                    <a:pt x="147828" y="335690"/>
                    <a:pt x="123419" y="348125"/>
                    <a:pt x="94405" y="348125"/>
                  </a:cubicBezTo>
                  <a:cubicBezTo>
                    <a:pt x="38686" y="348125"/>
                    <a:pt x="0" y="300697"/>
                    <a:pt x="0" y="224715"/>
                  </a:cubicBezTo>
                  <a:close/>
                  <a:moveTo>
                    <a:pt x="54345" y="224715"/>
                  </a:moveTo>
                  <a:cubicBezTo>
                    <a:pt x="54345" y="272603"/>
                    <a:pt x="74148" y="299776"/>
                    <a:pt x="108681" y="299776"/>
                  </a:cubicBezTo>
                  <a:cubicBezTo>
                    <a:pt x="129867" y="299776"/>
                    <a:pt x="147359" y="289644"/>
                    <a:pt x="164399" y="268919"/>
                  </a:cubicBezTo>
                  <a:lnTo>
                    <a:pt x="164399" y="183265"/>
                  </a:lnTo>
                  <a:cubicBezTo>
                    <a:pt x="148740" y="162088"/>
                    <a:pt x="130780" y="151956"/>
                    <a:pt x="108681" y="151956"/>
                  </a:cubicBezTo>
                  <a:cubicBezTo>
                    <a:pt x="73227" y="151965"/>
                    <a:pt x="54345" y="177747"/>
                    <a:pt x="54345" y="22471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3" name="Freihandform: Form 212">
              <a:extLst>
                <a:ext uri="{FF2B5EF4-FFF2-40B4-BE49-F238E27FC236}">
                  <a16:creationId xmlns:a16="http://schemas.microsoft.com/office/drawing/2014/main" id="{9E59EF01-209C-43D8-AD0F-020420CE10FE}"/>
                </a:ext>
              </a:extLst>
            </p:cNvPr>
            <p:cNvSpPr/>
            <p:nvPr/>
          </p:nvSpPr>
          <p:spPr>
            <a:xfrm>
              <a:off x="4011188" y="2963018"/>
              <a:ext cx="227478" cy="335246"/>
            </a:xfrm>
            <a:custGeom>
              <a:avLst/>
              <a:gdLst>
                <a:gd name="connsiteX0" fmla="*/ 36383 w 227478"/>
                <a:gd name="connsiteY0" fmla="*/ 245900 h 335246"/>
                <a:gd name="connsiteX1" fmla="*/ 116963 w 227478"/>
                <a:gd name="connsiteY1" fmla="*/ 282283 h 335246"/>
                <a:gd name="connsiteX2" fmla="*/ 169465 w 227478"/>
                <a:gd name="connsiteY2" fmla="*/ 241755 h 335246"/>
                <a:gd name="connsiteX3" fmla="*/ 10593 w 227478"/>
                <a:gd name="connsiteY3" fmla="*/ 93944 h 335246"/>
                <a:gd name="connsiteX4" fmla="*/ 120656 w 227478"/>
                <a:gd name="connsiteY4" fmla="*/ 0 h 335246"/>
                <a:gd name="connsiteX5" fmla="*/ 225183 w 227478"/>
                <a:gd name="connsiteY5" fmla="*/ 39147 h 335246"/>
                <a:gd name="connsiteX6" fmla="*/ 188800 w 227478"/>
                <a:gd name="connsiteY6" fmla="*/ 83812 h 335246"/>
                <a:gd name="connsiteX7" fmla="*/ 117884 w 227478"/>
                <a:gd name="connsiteY7" fmla="*/ 52503 h 335246"/>
                <a:gd name="connsiteX8" fmla="*/ 68613 w 227478"/>
                <a:gd name="connsiteY8" fmla="*/ 88886 h 335246"/>
                <a:gd name="connsiteX9" fmla="*/ 227478 w 227478"/>
                <a:gd name="connsiteY9" fmla="*/ 237158 h 335246"/>
                <a:gd name="connsiteX10" fmla="*/ 115590 w 227478"/>
                <a:gd name="connsiteY10" fmla="*/ 335246 h 335246"/>
                <a:gd name="connsiteX11" fmla="*/ 0 w 227478"/>
                <a:gd name="connsiteY11" fmla="*/ 290573 h 335246"/>
                <a:gd name="connsiteX12" fmla="*/ 36383 w 227478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78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63" y="282283"/>
                  </a:cubicBezTo>
                  <a:cubicBezTo>
                    <a:pt x="147359" y="282283"/>
                    <a:pt x="169465" y="265243"/>
                    <a:pt x="169465" y="241755"/>
                  </a:cubicBezTo>
                  <a:cubicBezTo>
                    <a:pt x="169465" y="179589"/>
                    <a:pt x="10593" y="198932"/>
                    <a:pt x="10593" y="93944"/>
                  </a:cubicBezTo>
                  <a:cubicBezTo>
                    <a:pt x="10593" y="38226"/>
                    <a:pt x="55726" y="0"/>
                    <a:pt x="120656" y="0"/>
                  </a:cubicBezTo>
                  <a:cubicBezTo>
                    <a:pt x="159333" y="0"/>
                    <a:pt x="195256" y="13356"/>
                    <a:pt x="225183" y="39147"/>
                  </a:cubicBezTo>
                  <a:lnTo>
                    <a:pt x="188800" y="83812"/>
                  </a:lnTo>
                  <a:cubicBezTo>
                    <a:pt x="165312" y="63087"/>
                    <a:pt x="141832" y="52503"/>
                    <a:pt x="117884" y="52503"/>
                  </a:cubicBezTo>
                  <a:cubicBezTo>
                    <a:pt x="89338" y="52503"/>
                    <a:pt x="68613" y="67692"/>
                    <a:pt x="68613" y="88886"/>
                  </a:cubicBezTo>
                  <a:cubicBezTo>
                    <a:pt x="68613" y="147359"/>
                    <a:pt x="227478" y="128024"/>
                    <a:pt x="227478" y="237158"/>
                  </a:cubicBezTo>
                  <a:cubicBezTo>
                    <a:pt x="227478" y="295639"/>
                    <a:pt x="182352" y="335246"/>
                    <a:pt x="115590" y="335246"/>
                  </a:cubicBezTo>
                  <a:cubicBezTo>
                    <a:pt x="72758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4" name="Freihandform: Form 213">
              <a:extLst>
                <a:ext uri="{FF2B5EF4-FFF2-40B4-BE49-F238E27FC236}">
                  <a16:creationId xmlns:a16="http://schemas.microsoft.com/office/drawing/2014/main" id="{9D96E9F2-8836-4F7F-855B-26E3CBC00612}"/>
                </a:ext>
              </a:extLst>
            </p:cNvPr>
            <p:cNvSpPr/>
            <p:nvPr/>
          </p:nvSpPr>
          <p:spPr>
            <a:xfrm>
              <a:off x="4287334" y="3052356"/>
              <a:ext cx="225644" cy="245908"/>
            </a:xfrm>
            <a:custGeom>
              <a:avLst/>
              <a:gdLst>
                <a:gd name="connsiteX0" fmla="*/ 0 w 225644"/>
                <a:gd name="connsiteY0" fmla="*/ 122950 h 245908"/>
                <a:gd name="connsiteX1" fmla="*/ 113748 w 225644"/>
                <a:gd name="connsiteY1" fmla="*/ 0 h 245908"/>
                <a:gd name="connsiteX2" fmla="*/ 225644 w 225644"/>
                <a:gd name="connsiteY2" fmla="*/ 122950 h 245908"/>
                <a:gd name="connsiteX3" fmla="*/ 113748 w 225644"/>
                <a:gd name="connsiteY3" fmla="*/ 245908 h 245908"/>
                <a:gd name="connsiteX4" fmla="*/ 0 w 225644"/>
                <a:gd name="connsiteY4" fmla="*/ 122950 h 245908"/>
                <a:gd name="connsiteX5" fmla="*/ 171308 w 225644"/>
                <a:gd name="connsiteY5" fmla="*/ 123410 h 245908"/>
                <a:gd name="connsiteX6" fmla="*/ 112826 w 225644"/>
                <a:gd name="connsiteY6" fmla="*/ 49731 h 245908"/>
                <a:gd name="connsiteX7" fmla="*/ 54345 w 225644"/>
                <a:gd name="connsiteY7" fmla="*/ 122481 h 245908"/>
                <a:gd name="connsiteX8" fmla="*/ 113287 w 225644"/>
                <a:gd name="connsiteY8" fmla="*/ 196621 h 245908"/>
                <a:gd name="connsiteX9" fmla="*/ 171308 w 225644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44" h="245908">
                  <a:moveTo>
                    <a:pt x="0" y="122950"/>
                  </a:moveTo>
                  <a:cubicBezTo>
                    <a:pt x="0" y="49270"/>
                    <a:pt x="45586" y="0"/>
                    <a:pt x="113748" y="0"/>
                  </a:cubicBezTo>
                  <a:cubicBezTo>
                    <a:pt x="181440" y="0"/>
                    <a:pt x="225644" y="48349"/>
                    <a:pt x="225644" y="122950"/>
                  </a:cubicBezTo>
                  <a:cubicBezTo>
                    <a:pt x="225644" y="196629"/>
                    <a:pt x="181892" y="245908"/>
                    <a:pt x="113748" y="245908"/>
                  </a:cubicBezTo>
                  <a:cubicBezTo>
                    <a:pt x="46055" y="245900"/>
                    <a:pt x="0" y="197090"/>
                    <a:pt x="0" y="122950"/>
                  </a:cubicBezTo>
                  <a:close/>
                  <a:moveTo>
                    <a:pt x="171308" y="123410"/>
                  </a:moveTo>
                  <a:cubicBezTo>
                    <a:pt x="171308" y="77824"/>
                    <a:pt x="148741" y="49731"/>
                    <a:pt x="112826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12" y="196621"/>
                    <a:pt x="113287" y="196621"/>
                  </a:cubicBezTo>
                  <a:cubicBezTo>
                    <a:pt x="149202" y="196629"/>
                    <a:pt x="171308" y="168536"/>
                    <a:pt x="171308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5" name="Freihandform: Form 214">
              <a:extLst>
                <a:ext uri="{FF2B5EF4-FFF2-40B4-BE49-F238E27FC236}">
                  <a16:creationId xmlns:a16="http://schemas.microsoft.com/office/drawing/2014/main" id="{1D392914-26E6-435A-9AE2-5EB8E02D6C78}"/>
                </a:ext>
              </a:extLst>
            </p:cNvPr>
            <p:cNvSpPr/>
            <p:nvPr/>
          </p:nvSpPr>
          <p:spPr>
            <a:xfrm>
              <a:off x="4551790" y="3058352"/>
              <a:ext cx="185115" cy="234377"/>
            </a:xfrm>
            <a:custGeom>
              <a:avLst/>
              <a:gdLst>
                <a:gd name="connsiteX0" fmla="*/ 185108 w 185115"/>
                <a:gd name="connsiteY0" fmla="*/ 234378 h 234377"/>
                <a:gd name="connsiteX1" fmla="*/ 0 w 185115"/>
                <a:gd name="connsiteY1" fmla="*/ 234378 h 234377"/>
                <a:gd name="connsiteX2" fmla="*/ 0 w 185115"/>
                <a:gd name="connsiteY2" fmla="*/ 187410 h 234377"/>
                <a:gd name="connsiteX3" fmla="*/ 116963 w 185115"/>
                <a:gd name="connsiteY3" fmla="*/ 46968 h 234377"/>
                <a:gd name="connsiteX4" fmla="*/ 6900 w 185115"/>
                <a:gd name="connsiteY4" fmla="*/ 46968 h 234377"/>
                <a:gd name="connsiteX5" fmla="*/ 6900 w 185115"/>
                <a:gd name="connsiteY5" fmla="*/ 0 h 234377"/>
                <a:gd name="connsiteX6" fmla="*/ 183274 w 185115"/>
                <a:gd name="connsiteY6" fmla="*/ 0 h 234377"/>
                <a:gd name="connsiteX7" fmla="*/ 183274 w 185115"/>
                <a:gd name="connsiteY7" fmla="*/ 46968 h 234377"/>
                <a:gd name="connsiteX8" fmla="*/ 65850 w 185115"/>
                <a:gd name="connsiteY8" fmla="*/ 187410 h 234377"/>
                <a:gd name="connsiteX9" fmla="*/ 185116 w 185115"/>
                <a:gd name="connsiteY9" fmla="*/ 187410 h 234377"/>
                <a:gd name="connsiteX10" fmla="*/ 185116 w 185115"/>
                <a:gd name="connsiteY10" fmla="*/ 234378 h 234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5115" h="234377">
                  <a:moveTo>
                    <a:pt x="185108" y="234378"/>
                  </a:moveTo>
                  <a:lnTo>
                    <a:pt x="0" y="234378"/>
                  </a:lnTo>
                  <a:lnTo>
                    <a:pt x="0" y="187410"/>
                  </a:lnTo>
                  <a:lnTo>
                    <a:pt x="116963" y="46968"/>
                  </a:lnTo>
                  <a:lnTo>
                    <a:pt x="6900" y="46968"/>
                  </a:lnTo>
                  <a:lnTo>
                    <a:pt x="6900" y="0"/>
                  </a:lnTo>
                  <a:lnTo>
                    <a:pt x="183274" y="0"/>
                  </a:lnTo>
                  <a:lnTo>
                    <a:pt x="183274" y="46968"/>
                  </a:lnTo>
                  <a:lnTo>
                    <a:pt x="65850" y="187410"/>
                  </a:lnTo>
                  <a:lnTo>
                    <a:pt x="185116" y="187410"/>
                  </a:lnTo>
                  <a:lnTo>
                    <a:pt x="185116" y="23437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6" name="Freihandform: Form 215">
              <a:extLst>
                <a:ext uri="{FF2B5EF4-FFF2-40B4-BE49-F238E27FC236}">
                  <a16:creationId xmlns:a16="http://schemas.microsoft.com/office/drawing/2014/main" id="{027165C0-61B7-44AE-B61C-71360C9532ED}"/>
                </a:ext>
              </a:extLst>
            </p:cNvPr>
            <p:cNvSpPr/>
            <p:nvPr/>
          </p:nvSpPr>
          <p:spPr>
            <a:xfrm>
              <a:off x="478624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8 w 69534"/>
                <a:gd name="connsiteY6" fmla="*/ 338462 h 338461"/>
                <a:gd name="connsiteX7" fmla="*/ 7368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84" y="66311"/>
                    <a:pt x="34533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33" y="0"/>
                  </a:cubicBezTo>
                  <a:cubicBezTo>
                    <a:pt x="53884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8" y="338462"/>
                  </a:lnTo>
                  <a:lnTo>
                    <a:pt x="7368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7" name="Freihandform: Form 216">
              <a:extLst>
                <a:ext uri="{FF2B5EF4-FFF2-40B4-BE49-F238E27FC236}">
                  <a16:creationId xmlns:a16="http://schemas.microsoft.com/office/drawing/2014/main" id="{2FC0E39F-03DD-436D-AA92-6F57E74A48FE}"/>
                </a:ext>
              </a:extLst>
            </p:cNvPr>
            <p:cNvSpPr/>
            <p:nvPr/>
          </p:nvSpPr>
          <p:spPr>
            <a:xfrm>
              <a:off x="4904378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90 w 198923"/>
                <a:gd name="connsiteY9" fmla="*/ 240373 h 245899"/>
                <a:gd name="connsiteX10" fmla="*/ 146890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33 w 198923"/>
                <a:gd name="connsiteY15" fmla="*/ 204919 h 245899"/>
                <a:gd name="connsiteX16" fmla="*/ 145048 w 198923"/>
                <a:gd name="connsiteY16" fmla="*/ 176834 h 245899"/>
                <a:gd name="connsiteX17" fmla="*/ 145048 w 198923"/>
                <a:gd name="connsiteY17" fmla="*/ 135845 h 245899"/>
                <a:gd name="connsiteX18" fmla="*/ 106831 w 198923"/>
                <a:gd name="connsiteY18" fmla="*/ 131240 h 245899"/>
                <a:gd name="connsiteX19" fmla="*/ 52503 w 198923"/>
                <a:gd name="connsiteY19" fmla="*/ 169918 h 245899"/>
                <a:gd name="connsiteX20" fmla="*/ 91633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50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47" y="46047"/>
                    <a:pt x="93466" y="46047"/>
                  </a:cubicBezTo>
                  <a:cubicBezTo>
                    <a:pt x="74592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36" y="5066"/>
                    <a:pt x="72281" y="0"/>
                    <a:pt x="98993" y="0"/>
                  </a:cubicBezTo>
                  <a:cubicBezTo>
                    <a:pt x="164843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90" y="240373"/>
                  </a:lnTo>
                  <a:lnTo>
                    <a:pt x="146890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96" y="245900"/>
                    <a:pt x="0" y="216885"/>
                    <a:pt x="0" y="171299"/>
                  </a:cubicBezTo>
                  <a:cubicBezTo>
                    <a:pt x="-8" y="121568"/>
                    <a:pt x="35454" y="94856"/>
                    <a:pt x="100835" y="94856"/>
                  </a:cubicBezTo>
                  <a:close/>
                  <a:moveTo>
                    <a:pt x="91633" y="204919"/>
                  </a:moveTo>
                  <a:cubicBezTo>
                    <a:pt x="111436" y="204919"/>
                    <a:pt x="129850" y="195248"/>
                    <a:pt x="145048" y="176834"/>
                  </a:cubicBezTo>
                  <a:lnTo>
                    <a:pt x="145048" y="135845"/>
                  </a:lnTo>
                  <a:cubicBezTo>
                    <a:pt x="132161" y="132621"/>
                    <a:pt x="118805" y="131240"/>
                    <a:pt x="106831" y="131240"/>
                  </a:cubicBezTo>
                  <a:cubicBezTo>
                    <a:pt x="72298" y="131240"/>
                    <a:pt x="52503" y="145048"/>
                    <a:pt x="52503" y="169918"/>
                  </a:cubicBezTo>
                  <a:cubicBezTo>
                    <a:pt x="52494" y="191563"/>
                    <a:pt x="67684" y="204919"/>
                    <a:pt x="91633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8" name="Freihandform: Form 217">
              <a:extLst>
                <a:ext uri="{FF2B5EF4-FFF2-40B4-BE49-F238E27FC236}">
                  <a16:creationId xmlns:a16="http://schemas.microsoft.com/office/drawing/2014/main" id="{41C091E0-5821-4486-8E64-2FD52F3E0717}"/>
                </a:ext>
              </a:extLst>
            </p:cNvPr>
            <p:cNvSpPr/>
            <p:nvPr/>
          </p:nvSpPr>
          <p:spPr>
            <a:xfrm>
              <a:off x="5173423" y="2950592"/>
              <a:ext cx="54797" cy="342137"/>
            </a:xfrm>
            <a:custGeom>
              <a:avLst/>
              <a:gdLst>
                <a:gd name="connsiteX0" fmla="*/ 54797 w 54797"/>
                <a:gd name="connsiteY0" fmla="*/ 342138 h 342137"/>
                <a:gd name="connsiteX1" fmla="*/ 0 w 54797"/>
                <a:gd name="connsiteY1" fmla="*/ 342138 h 342137"/>
                <a:gd name="connsiteX2" fmla="*/ 0 w 54797"/>
                <a:gd name="connsiteY2" fmla="*/ 12426 h 342137"/>
                <a:gd name="connsiteX3" fmla="*/ 54797 w 54797"/>
                <a:gd name="connsiteY3" fmla="*/ 0 h 342137"/>
                <a:gd name="connsiteX4" fmla="*/ 54797 w 54797"/>
                <a:gd name="connsiteY4" fmla="*/ 342138 h 342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97" h="342137">
                  <a:moveTo>
                    <a:pt x="54797" y="342138"/>
                  </a:moveTo>
                  <a:lnTo>
                    <a:pt x="0" y="342138"/>
                  </a:lnTo>
                  <a:lnTo>
                    <a:pt x="0" y="12426"/>
                  </a:lnTo>
                  <a:lnTo>
                    <a:pt x="54797" y="0"/>
                  </a:lnTo>
                  <a:lnTo>
                    <a:pt x="54797" y="342138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9" name="Freihandform: Form 218">
              <a:extLst>
                <a:ext uri="{FF2B5EF4-FFF2-40B4-BE49-F238E27FC236}">
                  <a16:creationId xmlns:a16="http://schemas.microsoft.com/office/drawing/2014/main" id="{DF283017-0B2C-494C-BA68-EAD21CFD4FA4}"/>
                </a:ext>
              </a:extLst>
            </p:cNvPr>
            <p:cNvSpPr/>
            <p:nvPr/>
          </p:nvSpPr>
          <p:spPr>
            <a:xfrm>
              <a:off x="5275974" y="3058344"/>
              <a:ext cx="330180" cy="234386"/>
            </a:xfrm>
            <a:custGeom>
              <a:avLst/>
              <a:gdLst>
                <a:gd name="connsiteX0" fmla="*/ 330180 w 330180"/>
                <a:gd name="connsiteY0" fmla="*/ 0 h 234386"/>
                <a:gd name="connsiteX1" fmla="*/ 260646 w 330180"/>
                <a:gd name="connsiteY1" fmla="*/ 234386 h 234386"/>
                <a:gd name="connsiteX2" fmla="*/ 208143 w 330180"/>
                <a:gd name="connsiteY2" fmla="*/ 234386 h 234386"/>
                <a:gd name="connsiteX3" fmla="*/ 165320 w 330180"/>
                <a:gd name="connsiteY3" fmla="*/ 72298 h 234386"/>
                <a:gd name="connsiteX4" fmla="*/ 164408 w 330180"/>
                <a:gd name="connsiteY4" fmla="*/ 72298 h 234386"/>
                <a:gd name="connsiteX5" fmla="*/ 122037 w 330180"/>
                <a:gd name="connsiteY5" fmla="*/ 234386 h 234386"/>
                <a:gd name="connsiteX6" fmla="*/ 69535 w 330180"/>
                <a:gd name="connsiteY6" fmla="*/ 234386 h 234386"/>
                <a:gd name="connsiteX7" fmla="*/ 0 w 330180"/>
                <a:gd name="connsiteY7" fmla="*/ 0 h 234386"/>
                <a:gd name="connsiteX8" fmla="*/ 57560 w 330180"/>
                <a:gd name="connsiteY8" fmla="*/ 0 h 234386"/>
                <a:gd name="connsiteX9" fmla="*/ 98089 w 330180"/>
                <a:gd name="connsiteY9" fmla="*/ 157943 h 234386"/>
                <a:gd name="connsiteX10" fmla="*/ 99001 w 330180"/>
                <a:gd name="connsiteY10" fmla="*/ 157943 h 234386"/>
                <a:gd name="connsiteX11" fmla="*/ 140451 w 330180"/>
                <a:gd name="connsiteY11" fmla="*/ 0 h 234386"/>
                <a:gd name="connsiteX12" fmla="*/ 190642 w 330180"/>
                <a:gd name="connsiteY12" fmla="*/ 0 h 234386"/>
                <a:gd name="connsiteX13" fmla="*/ 233465 w 330180"/>
                <a:gd name="connsiteY13" fmla="*/ 157943 h 234386"/>
                <a:gd name="connsiteX14" fmla="*/ 234378 w 330180"/>
                <a:gd name="connsiteY14" fmla="*/ 157943 h 234386"/>
                <a:gd name="connsiteX15" fmla="*/ 273524 w 330180"/>
                <a:gd name="connsiteY15" fmla="*/ 0 h 234386"/>
                <a:gd name="connsiteX16" fmla="*/ 330180 w 330180"/>
                <a:gd name="connsiteY16" fmla="*/ 0 h 234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0180" h="234386">
                  <a:moveTo>
                    <a:pt x="330180" y="0"/>
                  </a:moveTo>
                  <a:lnTo>
                    <a:pt x="260646" y="234386"/>
                  </a:lnTo>
                  <a:lnTo>
                    <a:pt x="208143" y="234386"/>
                  </a:lnTo>
                  <a:lnTo>
                    <a:pt x="165320" y="72298"/>
                  </a:lnTo>
                  <a:lnTo>
                    <a:pt x="164408" y="72298"/>
                  </a:lnTo>
                  <a:lnTo>
                    <a:pt x="122037" y="234386"/>
                  </a:lnTo>
                  <a:lnTo>
                    <a:pt x="69535" y="234386"/>
                  </a:lnTo>
                  <a:lnTo>
                    <a:pt x="0" y="0"/>
                  </a:lnTo>
                  <a:lnTo>
                    <a:pt x="57560" y="0"/>
                  </a:lnTo>
                  <a:lnTo>
                    <a:pt x="98089" y="157943"/>
                  </a:lnTo>
                  <a:lnTo>
                    <a:pt x="99001" y="157943"/>
                  </a:lnTo>
                  <a:lnTo>
                    <a:pt x="140451" y="0"/>
                  </a:lnTo>
                  <a:lnTo>
                    <a:pt x="190642" y="0"/>
                  </a:lnTo>
                  <a:lnTo>
                    <a:pt x="233465" y="157943"/>
                  </a:lnTo>
                  <a:lnTo>
                    <a:pt x="234378" y="157943"/>
                  </a:lnTo>
                  <a:lnTo>
                    <a:pt x="273524" y="0"/>
                  </a:lnTo>
                  <a:lnTo>
                    <a:pt x="33018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0" name="Freihandform: Form 219">
              <a:extLst>
                <a:ext uri="{FF2B5EF4-FFF2-40B4-BE49-F238E27FC236}">
                  <a16:creationId xmlns:a16="http://schemas.microsoft.com/office/drawing/2014/main" id="{7BB3E30E-76D0-477B-850A-C60FD0634019}"/>
                </a:ext>
              </a:extLst>
            </p:cNvPr>
            <p:cNvSpPr/>
            <p:nvPr/>
          </p:nvSpPr>
          <p:spPr>
            <a:xfrm>
              <a:off x="5647320" y="2954268"/>
              <a:ext cx="69542" cy="338461"/>
            </a:xfrm>
            <a:custGeom>
              <a:avLst/>
              <a:gdLst>
                <a:gd name="connsiteX0" fmla="*/ 69543 w 69542"/>
                <a:gd name="connsiteY0" fmla="*/ 33160 h 338461"/>
                <a:gd name="connsiteX1" fmla="*/ 34541 w 69542"/>
                <a:gd name="connsiteY1" fmla="*/ 66311 h 338461"/>
                <a:gd name="connsiteX2" fmla="*/ 0 w 69542"/>
                <a:gd name="connsiteY2" fmla="*/ 33160 h 338461"/>
                <a:gd name="connsiteX3" fmla="*/ 34541 w 69542"/>
                <a:gd name="connsiteY3" fmla="*/ 0 h 338461"/>
                <a:gd name="connsiteX4" fmla="*/ 69543 w 69542"/>
                <a:gd name="connsiteY4" fmla="*/ 33160 h 338461"/>
                <a:gd name="connsiteX5" fmla="*/ 62174 w 69542"/>
                <a:gd name="connsiteY5" fmla="*/ 338462 h 338461"/>
                <a:gd name="connsiteX6" fmla="*/ 7369 w 69542"/>
                <a:gd name="connsiteY6" fmla="*/ 338462 h 338461"/>
                <a:gd name="connsiteX7" fmla="*/ 7369 w 69542"/>
                <a:gd name="connsiteY7" fmla="*/ 104076 h 338461"/>
                <a:gd name="connsiteX8" fmla="*/ 62174 w 69542"/>
                <a:gd name="connsiteY8" fmla="*/ 104076 h 338461"/>
                <a:gd name="connsiteX9" fmla="*/ 62174 w 69542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42" h="338461">
                  <a:moveTo>
                    <a:pt x="69543" y="33160"/>
                  </a:moveTo>
                  <a:cubicBezTo>
                    <a:pt x="69543" y="52503"/>
                    <a:pt x="53884" y="66311"/>
                    <a:pt x="34541" y="66311"/>
                  </a:cubicBezTo>
                  <a:cubicBezTo>
                    <a:pt x="15659" y="66311"/>
                    <a:pt x="0" y="52503"/>
                    <a:pt x="0" y="33160"/>
                  </a:cubicBezTo>
                  <a:cubicBezTo>
                    <a:pt x="0" y="14277"/>
                    <a:pt x="15659" y="0"/>
                    <a:pt x="34541" y="0"/>
                  </a:cubicBezTo>
                  <a:cubicBezTo>
                    <a:pt x="53884" y="0"/>
                    <a:pt x="69543" y="14277"/>
                    <a:pt x="69543" y="33160"/>
                  </a:cubicBezTo>
                  <a:close/>
                  <a:moveTo>
                    <a:pt x="62174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74" y="104076"/>
                  </a:lnTo>
                  <a:lnTo>
                    <a:pt x="62174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1" name="Freihandform: Form 220">
              <a:extLst>
                <a:ext uri="{FF2B5EF4-FFF2-40B4-BE49-F238E27FC236}">
                  <a16:creationId xmlns:a16="http://schemas.microsoft.com/office/drawing/2014/main" id="{05161B9B-AEF2-4FE6-8472-579148D2B4F5}"/>
                </a:ext>
              </a:extLst>
            </p:cNvPr>
            <p:cNvSpPr/>
            <p:nvPr/>
          </p:nvSpPr>
          <p:spPr>
            <a:xfrm>
              <a:off x="5759802" y="3052356"/>
              <a:ext cx="180502" cy="245891"/>
            </a:xfrm>
            <a:custGeom>
              <a:avLst/>
              <a:gdLst>
                <a:gd name="connsiteX0" fmla="*/ 26235 w 180502"/>
                <a:gd name="connsiteY0" fmla="*/ 174063 h 245891"/>
                <a:gd name="connsiteX1" fmla="*/ 92545 w 180502"/>
                <a:gd name="connsiteY1" fmla="*/ 200314 h 245891"/>
                <a:gd name="connsiteX2" fmla="*/ 127078 w 180502"/>
                <a:gd name="connsiteY2" fmla="*/ 176826 h 245891"/>
                <a:gd name="connsiteX3" fmla="*/ 9655 w 180502"/>
                <a:gd name="connsiteY3" fmla="*/ 72750 h 245891"/>
                <a:gd name="connsiteX4" fmla="*/ 98072 w 180502"/>
                <a:gd name="connsiteY4" fmla="*/ 0 h 245891"/>
                <a:gd name="connsiteX5" fmla="*/ 179120 w 180502"/>
                <a:gd name="connsiteY5" fmla="*/ 24401 h 245891"/>
                <a:gd name="connsiteX6" fmla="*/ 153338 w 180502"/>
                <a:gd name="connsiteY6" fmla="*/ 67223 h 245891"/>
                <a:gd name="connsiteX7" fmla="*/ 97159 w 180502"/>
                <a:gd name="connsiteY7" fmla="*/ 46499 h 245891"/>
                <a:gd name="connsiteX8" fmla="*/ 63539 w 180502"/>
                <a:gd name="connsiteY8" fmla="*/ 68145 h 245891"/>
                <a:gd name="connsiteX9" fmla="*/ 180502 w 180502"/>
                <a:gd name="connsiteY9" fmla="*/ 171751 h 245891"/>
                <a:gd name="connsiteX10" fmla="*/ 90251 w 180502"/>
                <a:gd name="connsiteY10" fmla="*/ 245891 h 245891"/>
                <a:gd name="connsiteX11" fmla="*/ 0 w 180502"/>
                <a:gd name="connsiteY11" fmla="*/ 217337 h 245891"/>
                <a:gd name="connsiteX12" fmla="*/ 26235 w 180502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02" h="245891">
                  <a:moveTo>
                    <a:pt x="26235" y="174063"/>
                  </a:moveTo>
                  <a:cubicBezTo>
                    <a:pt x="49254" y="191563"/>
                    <a:pt x="71821" y="200314"/>
                    <a:pt x="92545" y="200314"/>
                  </a:cubicBezTo>
                  <a:cubicBezTo>
                    <a:pt x="112801" y="200314"/>
                    <a:pt x="127078" y="191103"/>
                    <a:pt x="127078" y="176826"/>
                  </a:cubicBezTo>
                  <a:cubicBezTo>
                    <a:pt x="127078" y="136766"/>
                    <a:pt x="9655" y="151035"/>
                    <a:pt x="9655" y="72750"/>
                  </a:cubicBezTo>
                  <a:cubicBezTo>
                    <a:pt x="9655" y="29467"/>
                    <a:pt x="45578" y="0"/>
                    <a:pt x="98072" y="0"/>
                  </a:cubicBezTo>
                  <a:cubicBezTo>
                    <a:pt x="126166" y="0"/>
                    <a:pt x="154259" y="8282"/>
                    <a:pt x="179120" y="24401"/>
                  </a:cubicBezTo>
                  <a:lnTo>
                    <a:pt x="153338" y="67223"/>
                  </a:lnTo>
                  <a:cubicBezTo>
                    <a:pt x="133074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02" y="93014"/>
                    <a:pt x="180502" y="171751"/>
                  </a:cubicBezTo>
                  <a:cubicBezTo>
                    <a:pt x="180502" y="215956"/>
                    <a:pt x="144127" y="245891"/>
                    <a:pt x="90251" y="245891"/>
                  </a:cubicBezTo>
                  <a:cubicBezTo>
                    <a:pt x="58942" y="245891"/>
                    <a:pt x="27164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2" name="Freihandform: Form 221">
              <a:extLst>
                <a:ext uri="{FF2B5EF4-FFF2-40B4-BE49-F238E27FC236}">
                  <a16:creationId xmlns:a16="http://schemas.microsoft.com/office/drawing/2014/main" id="{A66A89DC-56C3-4098-B227-7E3A3A35EBD4}"/>
                </a:ext>
              </a:extLst>
            </p:cNvPr>
            <p:cNvSpPr/>
            <p:nvPr/>
          </p:nvSpPr>
          <p:spPr>
            <a:xfrm>
              <a:off x="597652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87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9 w 180510"/>
                <a:gd name="connsiteY5" fmla="*/ 24401 h 245891"/>
                <a:gd name="connsiteX6" fmla="*/ 153338 w 180510"/>
                <a:gd name="connsiteY6" fmla="*/ 67223 h 245891"/>
                <a:gd name="connsiteX7" fmla="*/ 97159 w 180510"/>
                <a:gd name="connsiteY7" fmla="*/ 46499 h 245891"/>
                <a:gd name="connsiteX8" fmla="*/ 63547 w 180510"/>
                <a:gd name="connsiteY8" fmla="*/ 68145 h 245891"/>
                <a:gd name="connsiteX9" fmla="*/ 180510 w 180510"/>
                <a:gd name="connsiteY9" fmla="*/ 171751 h 245891"/>
                <a:gd name="connsiteX10" fmla="*/ 90259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1" y="200314"/>
                    <a:pt x="92545" y="200314"/>
                  </a:cubicBezTo>
                  <a:cubicBezTo>
                    <a:pt x="112809" y="200314"/>
                    <a:pt x="127087" y="191103"/>
                    <a:pt x="127087" y="176826"/>
                  </a:cubicBezTo>
                  <a:cubicBezTo>
                    <a:pt x="127087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6" y="0"/>
                    <a:pt x="154259" y="8282"/>
                    <a:pt x="179129" y="24401"/>
                  </a:cubicBezTo>
                  <a:lnTo>
                    <a:pt x="153338" y="67223"/>
                  </a:lnTo>
                  <a:cubicBezTo>
                    <a:pt x="133082" y="53415"/>
                    <a:pt x="115129" y="46499"/>
                    <a:pt x="97159" y="46499"/>
                  </a:cubicBezTo>
                  <a:cubicBezTo>
                    <a:pt x="76904" y="46499"/>
                    <a:pt x="63547" y="55249"/>
                    <a:pt x="63547" y="68145"/>
                  </a:cubicBezTo>
                  <a:cubicBezTo>
                    <a:pt x="63547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9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3" name="Freihandform: Form 222">
              <a:extLst>
                <a:ext uri="{FF2B5EF4-FFF2-40B4-BE49-F238E27FC236}">
                  <a16:creationId xmlns:a16="http://schemas.microsoft.com/office/drawing/2014/main" id="{0A8862CA-8004-4A78-A7D1-3E40F07F0F8C}"/>
                </a:ext>
              </a:extLst>
            </p:cNvPr>
            <p:cNvSpPr/>
            <p:nvPr/>
          </p:nvSpPr>
          <p:spPr>
            <a:xfrm>
              <a:off x="6201863" y="3052356"/>
              <a:ext cx="214130" cy="245899"/>
            </a:xfrm>
            <a:custGeom>
              <a:avLst/>
              <a:gdLst>
                <a:gd name="connsiteX0" fmla="*/ 116034 w 214130"/>
                <a:gd name="connsiteY0" fmla="*/ 245900 h 245899"/>
                <a:gd name="connsiteX1" fmla="*/ 0 w 214130"/>
                <a:gd name="connsiteY1" fmla="*/ 122489 h 245899"/>
                <a:gd name="connsiteX2" fmla="*/ 110055 w 214130"/>
                <a:gd name="connsiteY2" fmla="*/ 0 h 245899"/>
                <a:gd name="connsiteX3" fmla="*/ 214131 w 214130"/>
                <a:gd name="connsiteY3" fmla="*/ 119266 h 245899"/>
                <a:gd name="connsiteX4" fmla="*/ 213210 w 214130"/>
                <a:gd name="connsiteY4" fmla="*/ 141824 h 245899"/>
                <a:gd name="connsiteX5" fmla="*/ 55719 w 214130"/>
                <a:gd name="connsiteY5" fmla="*/ 141824 h 245899"/>
                <a:gd name="connsiteX6" fmla="*/ 116511 w 214130"/>
                <a:gd name="connsiteY6" fmla="*/ 198924 h 245899"/>
                <a:gd name="connsiteX7" fmla="*/ 174071 w 214130"/>
                <a:gd name="connsiteY7" fmla="*/ 171291 h 245899"/>
                <a:gd name="connsiteX8" fmla="*/ 208144 w 214130"/>
                <a:gd name="connsiteY8" fmla="*/ 207214 h 245899"/>
                <a:gd name="connsiteX9" fmla="*/ 116034 w 214130"/>
                <a:gd name="connsiteY9" fmla="*/ 245900 h 245899"/>
                <a:gd name="connsiteX10" fmla="*/ 54797 w 214130"/>
                <a:gd name="connsiteY10" fmla="*/ 101765 h 245899"/>
                <a:gd name="connsiteX11" fmla="*/ 161167 w 214130"/>
                <a:gd name="connsiteY11" fmla="*/ 101765 h 245899"/>
                <a:gd name="connsiteX12" fmla="*/ 109134 w 214130"/>
                <a:gd name="connsiteY12" fmla="*/ 45125 h 245899"/>
                <a:gd name="connsiteX13" fmla="*/ 54797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4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5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10" y="141824"/>
                  </a:cubicBezTo>
                  <a:lnTo>
                    <a:pt x="55719" y="141824"/>
                  </a:lnTo>
                  <a:cubicBezTo>
                    <a:pt x="61714" y="178207"/>
                    <a:pt x="83351" y="198924"/>
                    <a:pt x="116511" y="198924"/>
                  </a:cubicBezTo>
                  <a:cubicBezTo>
                    <a:pt x="138148" y="198924"/>
                    <a:pt x="155649" y="190634"/>
                    <a:pt x="174071" y="171291"/>
                  </a:cubicBezTo>
                  <a:lnTo>
                    <a:pt x="208144" y="207214"/>
                  </a:lnTo>
                  <a:cubicBezTo>
                    <a:pt x="181432" y="233465"/>
                    <a:pt x="151496" y="245900"/>
                    <a:pt x="116034" y="245900"/>
                  </a:cubicBezTo>
                  <a:close/>
                  <a:moveTo>
                    <a:pt x="54797" y="101765"/>
                  </a:moveTo>
                  <a:lnTo>
                    <a:pt x="161167" y="101765"/>
                  </a:lnTo>
                  <a:cubicBezTo>
                    <a:pt x="158865" y="65850"/>
                    <a:pt x="139990" y="45125"/>
                    <a:pt x="109134" y="45125"/>
                  </a:cubicBezTo>
                  <a:cubicBezTo>
                    <a:pt x="78737" y="45134"/>
                    <a:pt x="59394" y="65390"/>
                    <a:pt x="54797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4" name="Freihandform: Form 223">
              <a:extLst>
                <a:ext uri="{FF2B5EF4-FFF2-40B4-BE49-F238E27FC236}">
                  <a16:creationId xmlns:a16="http://schemas.microsoft.com/office/drawing/2014/main" id="{EAED3121-6B94-4633-9DD0-443BA4AAFDBA}"/>
                </a:ext>
              </a:extLst>
            </p:cNvPr>
            <p:cNvSpPr/>
            <p:nvPr/>
          </p:nvSpPr>
          <p:spPr>
            <a:xfrm>
              <a:off x="6475831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7 w 201695"/>
                <a:gd name="connsiteY4" fmla="*/ 105910 h 240373"/>
                <a:gd name="connsiteX5" fmla="*/ 54797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3 w 201695"/>
                <a:gd name="connsiteY11" fmla="*/ 0 h 240373"/>
                <a:gd name="connsiteX12" fmla="*/ 201687 w 201695"/>
                <a:gd name="connsiteY12" fmla="*/ 94856 h 240373"/>
                <a:gd name="connsiteX13" fmla="*/ 201687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7" y="80579"/>
                    <a:pt x="54797" y="105910"/>
                  </a:cubicBezTo>
                  <a:lnTo>
                    <a:pt x="54797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3" y="0"/>
                  </a:cubicBezTo>
                  <a:cubicBezTo>
                    <a:pt x="177739" y="0"/>
                    <a:pt x="201687" y="39138"/>
                    <a:pt x="201687" y="94856"/>
                  </a:cubicBezTo>
                  <a:lnTo>
                    <a:pt x="201687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5" name="Freihandform: Form 224">
              <a:extLst>
                <a:ext uri="{FF2B5EF4-FFF2-40B4-BE49-F238E27FC236}">
                  <a16:creationId xmlns:a16="http://schemas.microsoft.com/office/drawing/2014/main" id="{6CDC8138-A44E-422D-9D3C-E27D1EB31A10}"/>
                </a:ext>
              </a:extLst>
            </p:cNvPr>
            <p:cNvSpPr/>
            <p:nvPr/>
          </p:nvSpPr>
          <p:spPr>
            <a:xfrm>
              <a:off x="6726069" y="3052356"/>
              <a:ext cx="180510" cy="245891"/>
            </a:xfrm>
            <a:custGeom>
              <a:avLst/>
              <a:gdLst>
                <a:gd name="connsiteX0" fmla="*/ 26235 w 180510"/>
                <a:gd name="connsiteY0" fmla="*/ 174063 h 245891"/>
                <a:gd name="connsiteX1" fmla="*/ 92545 w 180510"/>
                <a:gd name="connsiteY1" fmla="*/ 200314 h 245891"/>
                <a:gd name="connsiteX2" fmla="*/ 127078 w 180510"/>
                <a:gd name="connsiteY2" fmla="*/ 176826 h 245891"/>
                <a:gd name="connsiteX3" fmla="*/ 9663 w 180510"/>
                <a:gd name="connsiteY3" fmla="*/ 72750 h 245891"/>
                <a:gd name="connsiteX4" fmla="*/ 98080 w 180510"/>
                <a:gd name="connsiteY4" fmla="*/ 0 h 245891"/>
                <a:gd name="connsiteX5" fmla="*/ 179128 w 180510"/>
                <a:gd name="connsiteY5" fmla="*/ 24401 h 245891"/>
                <a:gd name="connsiteX6" fmla="*/ 153337 w 180510"/>
                <a:gd name="connsiteY6" fmla="*/ 67223 h 245891"/>
                <a:gd name="connsiteX7" fmla="*/ 97159 w 180510"/>
                <a:gd name="connsiteY7" fmla="*/ 46499 h 245891"/>
                <a:gd name="connsiteX8" fmla="*/ 63539 w 180510"/>
                <a:gd name="connsiteY8" fmla="*/ 68145 h 245891"/>
                <a:gd name="connsiteX9" fmla="*/ 180510 w 180510"/>
                <a:gd name="connsiteY9" fmla="*/ 171751 h 245891"/>
                <a:gd name="connsiteX10" fmla="*/ 90251 w 180510"/>
                <a:gd name="connsiteY10" fmla="*/ 245891 h 245891"/>
                <a:gd name="connsiteX11" fmla="*/ 0 w 180510"/>
                <a:gd name="connsiteY11" fmla="*/ 217337 h 245891"/>
                <a:gd name="connsiteX12" fmla="*/ 26235 w 180510"/>
                <a:gd name="connsiteY12" fmla="*/ 174063 h 245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0510" h="245891">
                  <a:moveTo>
                    <a:pt x="26235" y="174063"/>
                  </a:moveTo>
                  <a:cubicBezTo>
                    <a:pt x="49262" y="191563"/>
                    <a:pt x="71820" y="200314"/>
                    <a:pt x="92545" y="200314"/>
                  </a:cubicBezTo>
                  <a:cubicBezTo>
                    <a:pt x="112809" y="200314"/>
                    <a:pt x="127078" y="191103"/>
                    <a:pt x="127078" y="176826"/>
                  </a:cubicBezTo>
                  <a:cubicBezTo>
                    <a:pt x="127078" y="136766"/>
                    <a:pt x="9663" y="151035"/>
                    <a:pt x="9663" y="72750"/>
                  </a:cubicBezTo>
                  <a:cubicBezTo>
                    <a:pt x="9663" y="29467"/>
                    <a:pt x="45578" y="0"/>
                    <a:pt x="98080" y="0"/>
                  </a:cubicBezTo>
                  <a:cubicBezTo>
                    <a:pt x="126165" y="0"/>
                    <a:pt x="154259" y="8282"/>
                    <a:pt x="179128" y="24401"/>
                  </a:cubicBezTo>
                  <a:lnTo>
                    <a:pt x="153337" y="67223"/>
                  </a:lnTo>
                  <a:cubicBezTo>
                    <a:pt x="133073" y="53415"/>
                    <a:pt x="115121" y="46499"/>
                    <a:pt x="97159" y="46499"/>
                  </a:cubicBezTo>
                  <a:cubicBezTo>
                    <a:pt x="76895" y="46499"/>
                    <a:pt x="63539" y="55249"/>
                    <a:pt x="63539" y="68145"/>
                  </a:cubicBezTo>
                  <a:cubicBezTo>
                    <a:pt x="63539" y="106362"/>
                    <a:pt x="180510" y="93014"/>
                    <a:pt x="180510" y="171751"/>
                  </a:cubicBezTo>
                  <a:cubicBezTo>
                    <a:pt x="180510" y="215956"/>
                    <a:pt x="144127" y="245891"/>
                    <a:pt x="90251" y="245891"/>
                  </a:cubicBezTo>
                  <a:cubicBezTo>
                    <a:pt x="58942" y="245891"/>
                    <a:pt x="27172" y="236220"/>
                    <a:pt x="0" y="217337"/>
                  </a:cubicBezTo>
                  <a:lnTo>
                    <a:pt x="26235" y="174063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6" name="Freihandform: Form 225">
              <a:extLst>
                <a:ext uri="{FF2B5EF4-FFF2-40B4-BE49-F238E27FC236}">
                  <a16:creationId xmlns:a16="http://schemas.microsoft.com/office/drawing/2014/main" id="{F2F80334-9D78-414E-92CF-9B09E762E936}"/>
                </a:ext>
              </a:extLst>
            </p:cNvPr>
            <p:cNvSpPr/>
            <p:nvPr/>
          </p:nvSpPr>
          <p:spPr>
            <a:xfrm>
              <a:off x="6951395" y="3052365"/>
              <a:ext cx="197542" cy="245899"/>
            </a:xfrm>
            <a:custGeom>
              <a:avLst/>
              <a:gdLst>
                <a:gd name="connsiteX0" fmla="*/ 196169 w 197542"/>
                <a:gd name="connsiteY0" fmla="*/ 208135 h 245899"/>
                <a:gd name="connsiteX1" fmla="*/ 112357 w 197542"/>
                <a:gd name="connsiteY1" fmla="*/ 245900 h 245899"/>
                <a:gd name="connsiteX2" fmla="*/ 0 w 197542"/>
                <a:gd name="connsiteY2" fmla="*/ 123871 h 245899"/>
                <a:gd name="connsiteX3" fmla="*/ 113278 w 197542"/>
                <a:gd name="connsiteY3" fmla="*/ 0 h 245899"/>
                <a:gd name="connsiteX4" fmla="*/ 197542 w 197542"/>
                <a:gd name="connsiteY4" fmla="*/ 40060 h 245899"/>
                <a:gd name="connsiteX5" fmla="*/ 159777 w 197542"/>
                <a:gd name="connsiteY5" fmla="*/ 75974 h 245899"/>
                <a:gd name="connsiteX6" fmla="*/ 112809 w 197542"/>
                <a:gd name="connsiteY6" fmla="*/ 50192 h 245899"/>
                <a:gd name="connsiteX7" fmla="*/ 54788 w 197542"/>
                <a:gd name="connsiteY7" fmla="*/ 122942 h 245899"/>
                <a:gd name="connsiteX8" fmla="*/ 112349 w 197542"/>
                <a:gd name="connsiteY8" fmla="*/ 196161 h 245899"/>
                <a:gd name="connsiteX9" fmla="*/ 160698 w 197542"/>
                <a:gd name="connsiteY9" fmla="*/ 170370 h 245899"/>
                <a:gd name="connsiteX10" fmla="*/ 196169 w 197542"/>
                <a:gd name="connsiteY10" fmla="*/ 20813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7542" h="245899">
                  <a:moveTo>
                    <a:pt x="196169" y="208135"/>
                  </a:moveTo>
                  <a:cubicBezTo>
                    <a:pt x="172681" y="233926"/>
                    <a:pt x="145977" y="245900"/>
                    <a:pt x="112357" y="245900"/>
                  </a:cubicBezTo>
                  <a:cubicBezTo>
                    <a:pt x="45125" y="245900"/>
                    <a:pt x="0" y="197551"/>
                    <a:pt x="0" y="123871"/>
                  </a:cubicBezTo>
                  <a:cubicBezTo>
                    <a:pt x="0" y="50192"/>
                    <a:pt x="45586" y="0"/>
                    <a:pt x="113278" y="0"/>
                  </a:cubicBezTo>
                  <a:cubicBezTo>
                    <a:pt x="148272" y="0"/>
                    <a:pt x="177286" y="13808"/>
                    <a:pt x="197542" y="40060"/>
                  </a:cubicBezTo>
                  <a:lnTo>
                    <a:pt x="159777" y="75974"/>
                  </a:lnTo>
                  <a:cubicBezTo>
                    <a:pt x="145969" y="58013"/>
                    <a:pt x="131231" y="50192"/>
                    <a:pt x="112809" y="50192"/>
                  </a:cubicBezTo>
                  <a:cubicBezTo>
                    <a:pt x="78276" y="50192"/>
                    <a:pt x="54788" y="78737"/>
                    <a:pt x="54788" y="122942"/>
                  </a:cubicBezTo>
                  <a:cubicBezTo>
                    <a:pt x="54788" y="166694"/>
                    <a:pt x="78276" y="196161"/>
                    <a:pt x="112349" y="196161"/>
                  </a:cubicBezTo>
                  <a:cubicBezTo>
                    <a:pt x="130762" y="196161"/>
                    <a:pt x="145500" y="187871"/>
                    <a:pt x="160698" y="170370"/>
                  </a:cubicBezTo>
                  <a:lnTo>
                    <a:pt x="196169" y="20813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7" name="Freihandform: Form 226">
              <a:extLst>
                <a:ext uri="{FF2B5EF4-FFF2-40B4-BE49-F238E27FC236}">
                  <a16:creationId xmlns:a16="http://schemas.microsoft.com/office/drawing/2014/main" id="{07C72013-7C44-4386-86D5-3A12A2F7EFCB}"/>
                </a:ext>
              </a:extLst>
            </p:cNvPr>
            <p:cNvSpPr/>
            <p:nvPr/>
          </p:nvSpPr>
          <p:spPr>
            <a:xfrm>
              <a:off x="7195938" y="2950140"/>
              <a:ext cx="201695" cy="342598"/>
            </a:xfrm>
            <a:custGeom>
              <a:avLst/>
              <a:gdLst>
                <a:gd name="connsiteX0" fmla="*/ 201695 w 201695"/>
                <a:gd name="connsiteY0" fmla="*/ 342590 h 342598"/>
                <a:gd name="connsiteX1" fmla="*/ 146899 w 201695"/>
                <a:gd name="connsiteY1" fmla="*/ 342590 h 342598"/>
                <a:gd name="connsiteX2" fmla="*/ 146899 w 201695"/>
                <a:gd name="connsiteY2" fmla="*/ 208587 h 342598"/>
                <a:gd name="connsiteX3" fmla="*/ 103607 w 201695"/>
                <a:gd name="connsiteY3" fmla="*/ 151487 h 342598"/>
                <a:gd name="connsiteX4" fmla="*/ 54797 w 201695"/>
                <a:gd name="connsiteY4" fmla="*/ 208135 h 342598"/>
                <a:gd name="connsiteX5" fmla="*/ 54797 w 201695"/>
                <a:gd name="connsiteY5" fmla="*/ 342599 h 342598"/>
                <a:gd name="connsiteX6" fmla="*/ 0 w 201695"/>
                <a:gd name="connsiteY6" fmla="*/ 342599 h 342598"/>
                <a:gd name="connsiteX7" fmla="*/ 0 w 201695"/>
                <a:gd name="connsiteY7" fmla="*/ 13808 h 342598"/>
                <a:gd name="connsiteX8" fmla="*/ 54797 w 201695"/>
                <a:gd name="connsiteY8" fmla="*/ 0 h 342598"/>
                <a:gd name="connsiteX9" fmla="*/ 54797 w 201695"/>
                <a:gd name="connsiteY9" fmla="*/ 136297 h 342598"/>
                <a:gd name="connsiteX10" fmla="*/ 55718 w 201695"/>
                <a:gd name="connsiteY10" fmla="*/ 136297 h 342598"/>
                <a:gd name="connsiteX11" fmla="*/ 124323 w 201695"/>
                <a:gd name="connsiteY11" fmla="*/ 102225 h 342598"/>
                <a:gd name="connsiteX12" fmla="*/ 201687 w 201695"/>
                <a:gd name="connsiteY12" fmla="*/ 197082 h 342598"/>
                <a:gd name="connsiteX13" fmla="*/ 201687 w 201695"/>
                <a:gd name="connsiteY13" fmla="*/ 342590 h 342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342598">
                  <a:moveTo>
                    <a:pt x="201695" y="342590"/>
                  </a:moveTo>
                  <a:lnTo>
                    <a:pt x="146899" y="342590"/>
                  </a:lnTo>
                  <a:lnTo>
                    <a:pt x="146899" y="208587"/>
                  </a:lnTo>
                  <a:cubicBezTo>
                    <a:pt x="146899" y="174054"/>
                    <a:pt x="136306" y="151487"/>
                    <a:pt x="103607" y="151487"/>
                  </a:cubicBezTo>
                  <a:cubicBezTo>
                    <a:pt x="65850" y="151487"/>
                    <a:pt x="54797" y="181423"/>
                    <a:pt x="54797" y="208135"/>
                  </a:cubicBezTo>
                  <a:lnTo>
                    <a:pt x="54797" y="342599"/>
                  </a:lnTo>
                  <a:lnTo>
                    <a:pt x="0" y="342599"/>
                  </a:lnTo>
                  <a:lnTo>
                    <a:pt x="0" y="13808"/>
                  </a:lnTo>
                  <a:lnTo>
                    <a:pt x="54797" y="0"/>
                  </a:lnTo>
                  <a:lnTo>
                    <a:pt x="54797" y="136297"/>
                  </a:lnTo>
                  <a:lnTo>
                    <a:pt x="55718" y="136297"/>
                  </a:lnTo>
                  <a:cubicBezTo>
                    <a:pt x="69074" y="115573"/>
                    <a:pt x="93483" y="102225"/>
                    <a:pt x="124323" y="102225"/>
                  </a:cubicBezTo>
                  <a:cubicBezTo>
                    <a:pt x="178660" y="102225"/>
                    <a:pt x="201687" y="142745"/>
                    <a:pt x="201687" y="197082"/>
                  </a:cubicBezTo>
                  <a:lnTo>
                    <a:pt x="201687" y="34259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8" name="Freihandform: Form 227">
              <a:extLst>
                <a:ext uri="{FF2B5EF4-FFF2-40B4-BE49-F238E27FC236}">
                  <a16:creationId xmlns:a16="http://schemas.microsoft.com/office/drawing/2014/main" id="{B6AEF49F-F4CF-4D85-B5B5-551CF214D939}"/>
                </a:ext>
              </a:extLst>
            </p:cNvPr>
            <p:cNvSpPr/>
            <p:nvPr/>
          </p:nvSpPr>
          <p:spPr>
            <a:xfrm>
              <a:off x="7451652" y="3052356"/>
              <a:ext cx="198923" cy="245899"/>
            </a:xfrm>
            <a:custGeom>
              <a:avLst/>
              <a:gdLst>
                <a:gd name="connsiteX0" fmla="*/ 100835 w 198923"/>
                <a:gd name="connsiteY0" fmla="*/ 94856 h 245899"/>
                <a:gd name="connsiteX1" fmla="*/ 145039 w 198923"/>
                <a:gd name="connsiteY1" fmla="*/ 99922 h 245899"/>
                <a:gd name="connsiteX2" fmla="*/ 145039 w 198923"/>
                <a:gd name="connsiteY2" fmla="*/ 91633 h 245899"/>
                <a:gd name="connsiteX3" fmla="*/ 93466 w 198923"/>
                <a:gd name="connsiteY3" fmla="*/ 46047 h 245899"/>
                <a:gd name="connsiteX4" fmla="*/ 34064 w 198923"/>
                <a:gd name="connsiteY4" fmla="*/ 59402 h 245899"/>
                <a:gd name="connsiteX5" fmla="*/ 22090 w 198923"/>
                <a:gd name="connsiteY5" fmla="*/ 13356 h 245899"/>
                <a:gd name="connsiteX6" fmla="*/ 98993 w 198923"/>
                <a:gd name="connsiteY6" fmla="*/ 0 h 245899"/>
                <a:gd name="connsiteX7" fmla="*/ 198924 w 198923"/>
                <a:gd name="connsiteY7" fmla="*/ 90711 h 245899"/>
                <a:gd name="connsiteX8" fmla="*/ 198924 w 198923"/>
                <a:gd name="connsiteY8" fmla="*/ 240373 h 245899"/>
                <a:gd name="connsiteX9" fmla="*/ 146882 w 198923"/>
                <a:gd name="connsiteY9" fmla="*/ 240373 h 245899"/>
                <a:gd name="connsiteX10" fmla="*/ 146882 w 198923"/>
                <a:gd name="connsiteY10" fmla="*/ 215504 h 245899"/>
                <a:gd name="connsiteX11" fmla="*/ 145969 w 198923"/>
                <a:gd name="connsiteY11" fmla="*/ 215504 h 245899"/>
                <a:gd name="connsiteX12" fmla="*/ 77355 w 198923"/>
                <a:gd name="connsiteY12" fmla="*/ 245900 h 245899"/>
                <a:gd name="connsiteX13" fmla="*/ 0 w 198923"/>
                <a:gd name="connsiteY13" fmla="*/ 171299 h 245899"/>
                <a:gd name="connsiteX14" fmla="*/ 100835 w 198923"/>
                <a:gd name="connsiteY14" fmla="*/ 94856 h 245899"/>
                <a:gd name="connsiteX15" fmla="*/ 91624 w 198923"/>
                <a:gd name="connsiteY15" fmla="*/ 204919 h 245899"/>
                <a:gd name="connsiteX16" fmla="*/ 145039 w 198923"/>
                <a:gd name="connsiteY16" fmla="*/ 176834 h 245899"/>
                <a:gd name="connsiteX17" fmla="*/ 145039 w 198923"/>
                <a:gd name="connsiteY17" fmla="*/ 135845 h 245899"/>
                <a:gd name="connsiteX18" fmla="*/ 106822 w 198923"/>
                <a:gd name="connsiteY18" fmla="*/ 131240 h 245899"/>
                <a:gd name="connsiteX19" fmla="*/ 52486 w 198923"/>
                <a:gd name="connsiteY19" fmla="*/ 169918 h 245899"/>
                <a:gd name="connsiteX20" fmla="*/ 91624 w 198923"/>
                <a:gd name="connsiteY20" fmla="*/ 204919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8923" h="245899">
                  <a:moveTo>
                    <a:pt x="100835" y="94856"/>
                  </a:moveTo>
                  <a:cubicBezTo>
                    <a:pt x="116033" y="94856"/>
                    <a:pt x="129849" y="95778"/>
                    <a:pt x="145039" y="99922"/>
                  </a:cubicBezTo>
                  <a:lnTo>
                    <a:pt x="145039" y="91633"/>
                  </a:lnTo>
                  <a:cubicBezTo>
                    <a:pt x="145039" y="61705"/>
                    <a:pt x="127538" y="46047"/>
                    <a:pt x="93466" y="46047"/>
                  </a:cubicBezTo>
                  <a:cubicBezTo>
                    <a:pt x="74584" y="46047"/>
                    <a:pt x="53407" y="50652"/>
                    <a:pt x="34064" y="59402"/>
                  </a:cubicBezTo>
                  <a:lnTo>
                    <a:pt x="22090" y="13356"/>
                  </a:lnTo>
                  <a:cubicBezTo>
                    <a:pt x="43727" y="5066"/>
                    <a:pt x="72281" y="0"/>
                    <a:pt x="98993" y="0"/>
                  </a:cubicBezTo>
                  <a:cubicBezTo>
                    <a:pt x="164844" y="0"/>
                    <a:pt x="198924" y="30857"/>
                    <a:pt x="198924" y="90711"/>
                  </a:cubicBezTo>
                  <a:lnTo>
                    <a:pt x="198924" y="240373"/>
                  </a:lnTo>
                  <a:lnTo>
                    <a:pt x="146882" y="240373"/>
                  </a:lnTo>
                  <a:lnTo>
                    <a:pt x="146882" y="215504"/>
                  </a:lnTo>
                  <a:lnTo>
                    <a:pt x="145969" y="215504"/>
                  </a:lnTo>
                  <a:cubicBezTo>
                    <a:pt x="125705" y="236228"/>
                    <a:pt x="104528" y="245900"/>
                    <a:pt x="77355" y="245900"/>
                  </a:cubicBezTo>
                  <a:cubicBezTo>
                    <a:pt x="30388" y="245900"/>
                    <a:pt x="0" y="216885"/>
                    <a:pt x="0" y="171299"/>
                  </a:cubicBezTo>
                  <a:cubicBezTo>
                    <a:pt x="-9" y="121568"/>
                    <a:pt x="35445" y="94856"/>
                    <a:pt x="100835" y="94856"/>
                  </a:cubicBezTo>
                  <a:close/>
                  <a:moveTo>
                    <a:pt x="91624" y="204919"/>
                  </a:moveTo>
                  <a:cubicBezTo>
                    <a:pt x="111419" y="204919"/>
                    <a:pt x="129841" y="195248"/>
                    <a:pt x="145039" y="176834"/>
                  </a:cubicBezTo>
                  <a:lnTo>
                    <a:pt x="145039" y="135845"/>
                  </a:lnTo>
                  <a:cubicBezTo>
                    <a:pt x="132144" y="132621"/>
                    <a:pt x="118788" y="131240"/>
                    <a:pt x="106822" y="131240"/>
                  </a:cubicBezTo>
                  <a:cubicBezTo>
                    <a:pt x="72289" y="131240"/>
                    <a:pt x="52486" y="145048"/>
                    <a:pt x="52486" y="169918"/>
                  </a:cubicBezTo>
                  <a:cubicBezTo>
                    <a:pt x="52477" y="191563"/>
                    <a:pt x="67684" y="204919"/>
                    <a:pt x="91624" y="204919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9" name="Freihandform: Form 228">
              <a:extLst>
                <a:ext uri="{FF2B5EF4-FFF2-40B4-BE49-F238E27FC236}">
                  <a16:creationId xmlns:a16="http://schemas.microsoft.com/office/drawing/2014/main" id="{A4800E96-F44F-4BE1-93C8-E28DBD9F06F9}"/>
                </a:ext>
              </a:extLst>
            </p:cNvPr>
            <p:cNvSpPr/>
            <p:nvPr/>
          </p:nvSpPr>
          <p:spPr>
            <a:xfrm>
              <a:off x="7694437" y="2946899"/>
              <a:ext cx="143674" cy="345830"/>
            </a:xfrm>
            <a:custGeom>
              <a:avLst/>
              <a:gdLst>
                <a:gd name="connsiteX0" fmla="*/ 143674 w 143674"/>
                <a:gd name="connsiteY0" fmla="*/ 51582 h 345830"/>
                <a:gd name="connsiteX1" fmla="*/ 119734 w 143674"/>
                <a:gd name="connsiteY1" fmla="*/ 46976 h 345830"/>
                <a:gd name="connsiteX2" fmla="*/ 90720 w 143674"/>
                <a:gd name="connsiteY2" fmla="*/ 79667 h 345830"/>
                <a:gd name="connsiteX3" fmla="*/ 90720 w 143674"/>
                <a:gd name="connsiteY3" fmla="*/ 111445 h 345830"/>
                <a:gd name="connsiteX4" fmla="*/ 137235 w 143674"/>
                <a:gd name="connsiteY4" fmla="*/ 111445 h 345830"/>
                <a:gd name="connsiteX5" fmla="*/ 137235 w 143674"/>
                <a:gd name="connsiteY5" fmla="*/ 157031 h 345830"/>
                <a:gd name="connsiteX6" fmla="*/ 91180 w 143674"/>
                <a:gd name="connsiteY6" fmla="*/ 157031 h 345830"/>
                <a:gd name="connsiteX7" fmla="*/ 91180 w 143674"/>
                <a:gd name="connsiteY7" fmla="*/ 345831 h 345830"/>
                <a:gd name="connsiteX8" fmla="*/ 36383 w 143674"/>
                <a:gd name="connsiteY8" fmla="*/ 345831 h 345830"/>
                <a:gd name="connsiteX9" fmla="*/ 36383 w 143674"/>
                <a:gd name="connsiteY9" fmla="*/ 157031 h 345830"/>
                <a:gd name="connsiteX10" fmla="*/ 0 w 143674"/>
                <a:gd name="connsiteY10" fmla="*/ 157031 h 345830"/>
                <a:gd name="connsiteX11" fmla="*/ 0 w 143674"/>
                <a:gd name="connsiteY11" fmla="*/ 111445 h 345830"/>
                <a:gd name="connsiteX12" fmla="*/ 36383 w 143674"/>
                <a:gd name="connsiteY12" fmla="*/ 111445 h 345830"/>
                <a:gd name="connsiteX13" fmla="*/ 36383 w 143674"/>
                <a:gd name="connsiteY13" fmla="*/ 77825 h 345830"/>
                <a:gd name="connsiteX14" fmla="*/ 110983 w 143674"/>
                <a:gd name="connsiteY14" fmla="*/ 0 h 345830"/>
                <a:gd name="connsiteX15" fmla="*/ 143674 w 143674"/>
                <a:gd name="connsiteY15" fmla="*/ 5066 h 345830"/>
                <a:gd name="connsiteX16" fmla="*/ 143674 w 143674"/>
                <a:gd name="connsiteY16" fmla="*/ 51582 h 34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3674" h="345830">
                  <a:moveTo>
                    <a:pt x="143674" y="51582"/>
                  </a:moveTo>
                  <a:cubicBezTo>
                    <a:pt x="136306" y="48358"/>
                    <a:pt x="127555" y="46976"/>
                    <a:pt x="119734" y="46976"/>
                  </a:cubicBezTo>
                  <a:cubicBezTo>
                    <a:pt x="99010" y="46976"/>
                    <a:pt x="90720" y="57569"/>
                    <a:pt x="90720" y="79667"/>
                  </a:cubicBezTo>
                  <a:lnTo>
                    <a:pt x="90720" y="111445"/>
                  </a:lnTo>
                  <a:lnTo>
                    <a:pt x="137235" y="111445"/>
                  </a:lnTo>
                  <a:lnTo>
                    <a:pt x="137235" y="157031"/>
                  </a:lnTo>
                  <a:lnTo>
                    <a:pt x="91180" y="157031"/>
                  </a:lnTo>
                  <a:lnTo>
                    <a:pt x="91180" y="345831"/>
                  </a:lnTo>
                  <a:lnTo>
                    <a:pt x="36383" y="345831"/>
                  </a:lnTo>
                  <a:lnTo>
                    <a:pt x="36383" y="157031"/>
                  </a:lnTo>
                  <a:lnTo>
                    <a:pt x="0" y="157031"/>
                  </a:lnTo>
                  <a:lnTo>
                    <a:pt x="0" y="111445"/>
                  </a:lnTo>
                  <a:lnTo>
                    <a:pt x="36383" y="111445"/>
                  </a:lnTo>
                  <a:lnTo>
                    <a:pt x="36383" y="77825"/>
                  </a:lnTo>
                  <a:cubicBezTo>
                    <a:pt x="36383" y="29015"/>
                    <a:pt x="58490" y="0"/>
                    <a:pt x="110983" y="0"/>
                  </a:cubicBezTo>
                  <a:cubicBezTo>
                    <a:pt x="122958" y="0"/>
                    <a:pt x="134472" y="1382"/>
                    <a:pt x="143674" y="5066"/>
                  </a:cubicBezTo>
                  <a:lnTo>
                    <a:pt x="143674" y="5158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0" name="Freihandform: Form 229">
              <a:extLst>
                <a:ext uri="{FF2B5EF4-FFF2-40B4-BE49-F238E27FC236}">
                  <a16:creationId xmlns:a16="http://schemas.microsoft.com/office/drawing/2014/main" id="{C7190F48-4EF5-4244-9B7B-1D12115D9AED}"/>
                </a:ext>
              </a:extLst>
            </p:cNvPr>
            <p:cNvSpPr/>
            <p:nvPr/>
          </p:nvSpPr>
          <p:spPr>
            <a:xfrm>
              <a:off x="7867277" y="2982353"/>
              <a:ext cx="145977" cy="315903"/>
            </a:xfrm>
            <a:custGeom>
              <a:avLst/>
              <a:gdLst>
                <a:gd name="connsiteX0" fmla="*/ 145977 w 145977"/>
                <a:gd name="connsiteY0" fmla="*/ 260185 h 315903"/>
                <a:gd name="connsiteX1" fmla="*/ 145977 w 145977"/>
                <a:gd name="connsiteY1" fmla="*/ 307153 h 315903"/>
                <a:gd name="connsiteX2" fmla="*/ 99922 w 145977"/>
                <a:gd name="connsiteY2" fmla="*/ 315903 h 315903"/>
                <a:gd name="connsiteX3" fmla="*/ 35914 w 145977"/>
                <a:gd name="connsiteY3" fmla="*/ 250053 h 315903"/>
                <a:gd name="connsiteX4" fmla="*/ 35914 w 145977"/>
                <a:gd name="connsiteY4" fmla="*/ 121577 h 315903"/>
                <a:gd name="connsiteX5" fmla="*/ 0 w 145977"/>
                <a:gd name="connsiteY5" fmla="*/ 121577 h 315903"/>
                <a:gd name="connsiteX6" fmla="*/ 0 w 145977"/>
                <a:gd name="connsiteY6" fmla="*/ 75991 h 315903"/>
                <a:gd name="connsiteX7" fmla="*/ 35454 w 145977"/>
                <a:gd name="connsiteY7" fmla="*/ 75991 h 315903"/>
                <a:gd name="connsiteX8" fmla="*/ 35454 w 145977"/>
                <a:gd name="connsiteY8" fmla="*/ 11983 h 315903"/>
                <a:gd name="connsiteX9" fmla="*/ 90251 w 145977"/>
                <a:gd name="connsiteY9" fmla="*/ 0 h 315903"/>
                <a:gd name="connsiteX10" fmla="*/ 90251 w 145977"/>
                <a:gd name="connsiteY10" fmla="*/ 75982 h 315903"/>
                <a:gd name="connsiteX11" fmla="*/ 145969 w 145977"/>
                <a:gd name="connsiteY11" fmla="*/ 75982 h 315903"/>
                <a:gd name="connsiteX12" fmla="*/ 145969 w 145977"/>
                <a:gd name="connsiteY12" fmla="*/ 121568 h 315903"/>
                <a:gd name="connsiteX13" fmla="*/ 90251 w 145977"/>
                <a:gd name="connsiteY13" fmla="*/ 121568 h 315903"/>
                <a:gd name="connsiteX14" fmla="*/ 90251 w 145977"/>
                <a:gd name="connsiteY14" fmla="*/ 237149 h 315903"/>
                <a:gd name="connsiteX15" fmla="*/ 115573 w 145977"/>
                <a:gd name="connsiteY15" fmla="*/ 268006 h 315903"/>
                <a:gd name="connsiteX16" fmla="*/ 145977 w 145977"/>
                <a:gd name="connsiteY16" fmla="*/ 260185 h 315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5977" h="315903">
                  <a:moveTo>
                    <a:pt x="145977" y="260185"/>
                  </a:moveTo>
                  <a:lnTo>
                    <a:pt x="145977" y="307153"/>
                  </a:lnTo>
                  <a:cubicBezTo>
                    <a:pt x="134003" y="312680"/>
                    <a:pt x="116041" y="315903"/>
                    <a:pt x="99922" y="315903"/>
                  </a:cubicBezTo>
                  <a:cubicBezTo>
                    <a:pt x="58481" y="315903"/>
                    <a:pt x="35914" y="292876"/>
                    <a:pt x="35914" y="250053"/>
                  </a:cubicBezTo>
                  <a:lnTo>
                    <a:pt x="35914" y="121577"/>
                  </a:lnTo>
                  <a:lnTo>
                    <a:pt x="0" y="121577"/>
                  </a:lnTo>
                  <a:lnTo>
                    <a:pt x="0" y="75991"/>
                  </a:lnTo>
                  <a:lnTo>
                    <a:pt x="35454" y="75991"/>
                  </a:lnTo>
                  <a:lnTo>
                    <a:pt x="35454" y="11983"/>
                  </a:lnTo>
                  <a:lnTo>
                    <a:pt x="90251" y="0"/>
                  </a:lnTo>
                  <a:lnTo>
                    <a:pt x="90251" y="75982"/>
                  </a:lnTo>
                  <a:lnTo>
                    <a:pt x="145969" y="75982"/>
                  </a:lnTo>
                  <a:lnTo>
                    <a:pt x="145969" y="121568"/>
                  </a:lnTo>
                  <a:lnTo>
                    <a:pt x="90251" y="121568"/>
                  </a:lnTo>
                  <a:lnTo>
                    <a:pt x="90251" y="237149"/>
                  </a:lnTo>
                  <a:cubicBezTo>
                    <a:pt x="90251" y="258795"/>
                    <a:pt x="97619" y="268006"/>
                    <a:pt x="115573" y="268006"/>
                  </a:cubicBezTo>
                  <a:cubicBezTo>
                    <a:pt x="125713" y="268015"/>
                    <a:pt x="136757" y="264791"/>
                    <a:pt x="145977" y="26018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1" name="Freihandform: Form 230">
              <a:extLst>
                <a:ext uri="{FF2B5EF4-FFF2-40B4-BE49-F238E27FC236}">
                  <a16:creationId xmlns:a16="http://schemas.microsoft.com/office/drawing/2014/main" id="{88ED0AF2-2479-48AB-9C89-A9E064055FB4}"/>
                </a:ext>
              </a:extLst>
            </p:cNvPr>
            <p:cNvSpPr/>
            <p:nvPr/>
          </p:nvSpPr>
          <p:spPr>
            <a:xfrm>
              <a:off x="8049797" y="3052356"/>
              <a:ext cx="214130" cy="245899"/>
            </a:xfrm>
            <a:custGeom>
              <a:avLst/>
              <a:gdLst>
                <a:gd name="connsiteX0" fmla="*/ 116033 w 214130"/>
                <a:gd name="connsiteY0" fmla="*/ 245900 h 245899"/>
                <a:gd name="connsiteX1" fmla="*/ 0 w 214130"/>
                <a:gd name="connsiteY1" fmla="*/ 122489 h 245899"/>
                <a:gd name="connsiteX2" fmla="*/ 110054 w 214130"/>
                <a:gd name="connsiteY2" fmla="*/ 0 h 245899"/>
                <a:gd name="connsiteX3" fmla="*/ 214131 w 214130"/>
                <a:gd name="connsiteY3" fmla="*/ 119266 h 245899"/>
                <a:gd name="connsiteX4" fmla="*/ 213209 w 214130"/>
                <a:gd name="connsiteY4" fmla="*/ 141824 h 245899"/>
                <a:gd name="connsiteX5" fmla="*/ 55727 w 214130"/>
                <a:gd name="connsiteY5" fmla="*/ 141824 h 245899"/>
                <a:gd name="connsiteX6" fmla="*/ 116510 w 214130"/>
                <a:gd name="connsiteY6" fmla="*/ 198924 h 245899"/>
                <a:gd name="connsiteX7" fmla="*/ 174071 w 214130"/>
                <a:gd name="connsiteY7" fmla="*/ 171291 h 245899"/>
                <a:gd name="connsiteX8" fmla="*/ 208143 w 214130"/>
                <a:gd name="connsiteY8" fmla="*/ 207214 h 245899"/>
                <a:gd name="connsiteX9" fmla="*/ 116033 w 214130"/>
                <a:gd name="connsiteY9" fmla="*/ 245900 h 245899"/>
                <a:gd name="connsiteX10" fmla="*/ 54788 w 214130"/>
                <a:gd name="connsiteY10" fmla="*/ 101765 h 245899"/>
                <a:gd name="connsiteX11" fmla="*/ 161159 w 214130"/>
                <a:gd name="connsiteY11" fmla="*/ 101765 h 245899"/>
                <a:gd name="connsiteX12" fmla="*/ 109125 w 214130"/>
                <a:gd name="connsiteY12" fmla="*/ 45125 h 245899"/>
                <a:gd name="connsiteX13" fmla="*/ 54788 w 214130"/>
                <a:gd name="connsiteY13" fmla="*/ 101765 h 245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4130" h="245899">
                  <a:moveTo>
                    <a:pt x="116033" y="245900"/>
                  </a:moveTo>
                  <a:cubicBezTo>
                    <a:pt x="46499" y="245900"/>
                    <a:pt x="0" y="196621"/>
                    <a:pt x="0" y="122489"/>
                  </a:cubicBezTo>
                  <a:cubicBezTo>
                    <a:pt x="0" y="49739"/>
                    <a:pt x="44665" y="0"/>
                    <a:pt x="110054" y="0"/>
                  </a:cubicBezTo>
                  <a:cubicBezTo>
                    <a:pt x="173141" y="0"/>
                    <a:pt x="214131" y="46968"/>
                    <a:pt x="214131" y="119266"/>
                  </a:cubicBezTo>
                  <a:cubicBezTo>
                    <a:pt x="214131" y="127095"/>
                    <a:pt x="213670" y="135385"/>
                    <a:pt x="213209" y="141824"/>
                  </a:cubicBezTo>
                  <a:lnTo>
                    <a:pt x="55727" y="141824"/>
                  </a:lnTo>
                  <a:cubicBezTo>
                    <a:pt x="61714" y="178207"/>
                    <a:pt x="83351" y="198924"/>
                    <a:pt x="116510" y="198924"/>
                  </a:cubicBezTo>
                  <a:cubicBezTo>
                    <a:pt x="138147" y="198924"/>
                    <a:pt x="155649" y="190634"/>
                    <a:pt x="174071" y="171291"/>
                  </a:cubicBezTo>
                  <a:lnTo>
                    <a:pt x="208143" y="207214"/>
                  </a:lnTo>
                  <a:cubicBezTo>
                    <a:pt x="181423" y="233465"/>
                    <a:pt x="151487" y="245900"/>
                    <a:pt x="116033" y="245900"/>
                  </a:cubicBezTo>
                  <a:close/>
                  <a:moveTo>
                    <a:pt x="54788" y="101765"/>
                  </a:moveTo>
                  <a:lnTo>
                    <a:pt x="161159" y="101765"/>
                  </a:lnTo>
                  <a:cubicBezTo>
                    <a:pt x="158864" y="65850"/>
                    <a:pt x="139981" y="45125"/>
                    <a:pt x="109125" y="45125"/>
                  </a:cubicBezTo>
                  <a:cubicBezTo>
                    <a:pt x="78729" y="45134"/>
                    <a:pt x="59394" y="65390"/>
                    <a:pt x="54788" y="101765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2" name="Freihandform: Form 231">
              <a:extLst>
                <a:ext uri="{FF2B5EF4-FFF2-40B4-BE49-F238E27FC236}">
                  <a16:creationId xmlns:a16="http://schemas.microsoft.com/office/drawing/2014/main" id="{622CD024-B066-425E-90D8-13B1673EBE29}"/>
                </a:ext>
              </a:extLst>
            </p:cNvPr>
            <p:cNvSpPr/>
            <p:nvPr/>
          </p:nvSpPr>
          <p:spPr>
            <a:xfrm>
              <a:off x="8323756" y="3052365"/>
              <a:ext cx="201695" cy="240373"/>
            </a:xfrm>
            <a:custGeom>
              <a:avLst/>
              <a:gdLst>
                <a:gd name="connsiteX0" fmla="*/ 201696 w 201695"/>
                <a:gd name="connsiteY0" fmla="*/ 240365 h 240373"/>
                <a:gd name="connsiteX1" fmla="*/ 146890 w 201695"/>
                <a:gd name="connsiteY1" fmla="*/ 240365 h 240373"/>
                <a:gd name="connsiteX2" fmla="*/ 146890 w 201695"/>
                <a:gd name="connsiteY2" fmla="*/ 106362 h 240373"/>
                <a:gd name="connsiteX3" fmla="*/ 103607 w 201695"/>
                <a:gd name="connsiteY3" fmla="*/ 49262 h 240373"/>
                <a:gd name="connsiteX4" fmla="*/ 54798 w 201695"/>
                <a:gd name="connsiteY4" fmla="*/ 105910 h 240373"/>
                <a:gd name="connsiteX5" fmla="*/ 54798 w 201695"/>
                <a:gd name="connsiteY5" fmla="*/ 240373 h 240373"/>
                <a:gd name="connsiteX6" fmla="*/ 0 w 201695"/>
                <a:gd name="connsiteY6" fmla="*/ 240373 h 240373"/>
                <a:gd name="connsiteX7" fmla="*/ 0 w 201695"/>
                <a:gd name="connsiteY7" fmla="*/ 5987 h 240373"/>
                <a:gd name="connsiteX8" fmla="*/ 54337 w 201695"/>
                <a:gd name="connsiteY8" fmla="*/ 5987 h 240373"/>
                <a:gd name="connsiteX9" fmla="*/ 54337 w 201695"/>
                <a:gd name="connsiteY9" fmla="*/ 34072 h 240373"/>
                <a:gd name="connsiteX10" fmla="*/ 55249 w 201695"/>
                <a:gd name="connsiteY10" fmla="*/ 34072 h 240373"/>
                <a:gd name="connsiteX11" fmla="*/ 124324 w 201695"/>
                <a:gd name="connsiteY11" fmla="*/ 0 h 240373"/>
                <a:gd name="connsiteX12" fmla="*/ 201688 w 201695"/>
                <a:gd name="connsiteY12" fmla="*/ 94856 h 240373"/>
                <a:gd name="connsiteX13" fmla="*/ 201688 w 201695"/>
                <a:gd name="connsiteY13" fmla="*/ 240365 h 240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695" h="240373">
                  <a:moveTo>
                    <a:pt x="201696" y="240365"/>
                  </a:moveTo>
                  <a:lnTo>
                    <a:pt x="146890" y="240365"/>
                  </a:lnTo>
                  <a:lnTo>
                    <a:pt x="146890" y="106362"/>
                  </a:lnTo>
                  <a:cubicBezTo>
                    <a:pt x="146890" y="72290"/>
                    <a:pt x="136767" y="49262"/>
                    <a:pt x="103607" y="49262"/>
                  </a:cubicBezTo>
                  <a:cubicBezTo>
                    <a:pt x="65390" y="49262"/>
                    <a:pt x="54798" y="80579"/>
                    <a:pt x="54798" y="105910"/>
                  </a:cubicBezTo>
                  <a:lnTo>
                    <a:pt x="54798" y="240373"/>
                  </a:lnTo>
                  <a:lnTo>
                    <a:pt x="0" y="240373"/>
                  </a:lnTo>
                  <a:lnTo>
                    <a:pt x="0" y="5987"/>
                  </a:lnTo>
                  <a:lnTo>
                    <a:pt x="54337" y="5987"/>
                  </a:lnTo>
                  <a:lnTo>
                    <a:pt x="54337" y="34072"/>
                  </a:lnTo>
                  <a:lnTo>
                    <a:pt x="55249" y="34072"/>
                  </a:lnTo>
                  <a:cubicBezTo>
                    <a:pt x="69066" y="13348"/>
                    <a:pt x="93935" y="0"/>
                    <a:pt x="124324" y="0"/>
                  </a:cubicBezTo>
                  <a:cubicBezTo>
                    <a:pt x="177739" y="0"/>
                    <a:pt x="201688" y="39138"/>
                    <a:pt x="201688" y="94856"/>
                  </a:cubicBezTo>
                  <a:lnTo>
                    <a:pt x="201688" y="240365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3" name="Freihandform: Form 232">
              <a:extLst>
                <a:ext uri="{FF2B5EF4-FFF2-40B4-BE49-F238E27FC236}">
                  <a16:creationId xmlns:a16="http://schemas.microsoft.com/office/drawing/2014/main" id="{99DAA978-C363-44B9-ABA1-626F858E9B0C}"/>
                </a:ext>
              </a:extLst>
            </p:cNvPr>
            <p:cNvSpPr/>
            <p:nvPr/>
          </p:nvSpPr>
          <p:spPr>
            <a:xfrm>
              <a:off x="8741466" y="2935854"/>
              <a:ext cx="31309" cy="452200"/>
            </a:xfrm>
            <a:custGeom>
              <a:avLst/>
              <a:gdLst>
                <a:gd name="connsiteX0" fmla="*/ 31309 w 31309"/>
                <a:gd name="connsiteY0" fmla="*/ 452201 h 452200"/>
                <a:gd name="connsiteX1" fmla="*/ 0 w 31309"/>
                <a:gd name="connsiteY1" fmla="*/ 452201 h 452200"/>
                <a:gd name="connsiteX2" fmla="*/ 0 w 31309"/>
                <a:gd name="connsiteY2" fmla="*/ 0 h 452200"/>
                <a:gd name="connsiteX3" fmla="*/ 31309 w 31309"/>
                <a:gd name="connsiteY3" fmla="*/ 0 h 452200"/>
                <a:gd name="connsiteX4" fmla="*/ 31309 w 31309"/>
                <a:gd name="connsiteY4" fmla="*/ 452201 h 452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09" h="452200">
                  <a:moveTo>
                    <a:pt x="31309" y="452201"/>
                  </a:moveTo>
                  <a:lnTo>
                    <a:pt x="0" y="452201"/>
                  </a:lnTo>
                  <a:lnTo>
                    <a:pt x="0" y="0"/>
                  </a:lnTo>
                  <a:lnTo>
                    <a:pt x="31309" y="0"/>
                  </a:lnTo>
                  <a:lnTo>
                    <a:pt x="31309" y="452201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4" name="Freihandform: Form 233">
              <a:extLst>
                <a:ext uri="{FF2B5EF4-FFF2-40B4-BE49-F238E27FC236}">
                  <a16:creationId xmlns:a16="http://schemas.microsoft.com/office/drawing/2014/main" id="{88785ABD-E1F8-421B-9E84-DCDBF11C2B02}"/>
                </a:ext>
              </a:extLst>
            </p:cNvPr>
            <p:cNvSpPr/>
            <p:nvPr/>
          </p:nvSpPr>
          <p:spPr>
            <a:xfrm>
              <a:off x="8970820" y="2968545"/>
              <a:ext cx="398768" cy="324184"/>
            </a:xfrm>
            <a:custGeom>
              <a:avLst/>
              <a:gdLst>
                <a:gd name="connsiteX0" fmla="*/ 0 w 398768"/>
                <a:gd name="connsiteY0" fmla="*/ 0 h 324184"/>
                <a:gd name="connsiteX1" fmla="*/ 60323 w 398768"/>
                <a:gd name="connsiteY1" fmla="*/ 0 h 324184"/>
                <a:gd name="connsiteX2" fmla="*/ 113278 w 398768"/>
                <a:gd name="connsiteY2" fmla="*/ 234847 h 324184"/>
                <a:gd name="connsiteX3" fmla="*/ 114200 w 398768"/>
                <a:gd name="connsiteY3" fmla="*/ 234847 h 324184"/>
                <a:gd name="connsiteX4" fmla="*/ 169909 w 398768"/>
                <a:gd name="connsiteY4" fmla="*/ 0 h 324184"/>
                <a:gd name="connsiteX5" fmla="*/ 229773 w 398768"/>
                <a:gd name="connsiteY5" fmla="*/ 0 h 324184"/>
                <a:gd name="connsiteX6" fmla="*/ 286872 w 398768"/>
                <a:gd name="connsiteY6" fmla="*/ 234847 h 324184"/>
                <a:gd name="connsiteX7" fmla="*/ 287785 w 398768"/>
                <a:gd name="connsiteY7" fmla="*/ 234847 h 324184"/>
                <a:gd name="connsiteX8" fmla="*/ 339358 w 398768"/>
                <a:gd name="connsiteY8" fmla="*/ 0 h 324184"/>
                <a:gd name="connsiteX9" fmla="*/ 398768 w 398768"/>
                <a:gd name="connsiteY9" fmla="*/ 0 h 324184"/>
                <a:gd name="connsiteX10" fmla="*/ 317260 w 398768"/>
                <a:gd name="connsiteY10" fmla="*/ 324185 h 324184"/>
                <a:gd name="connsiteX11" fmla="*/ 257857 w 398768"/>
                <a:gd name="connsiteY11" fmla="*/ 324185 h 324184"/>
                <a:gd name="connsiteX12" fmla="*/ 199837 w 398768"/>
                <a:gd name="connsiteY12" fmla="*/ 86575 h 324184"/>
                <a:gd name="connsiteX13" fmla="*/ 198916 w 398768"/>
                <a:gd name="connsiteY13" fmla="*/ 86575 h 324184"/>
                <a:gd name="connsiteX14" fmla="*/ 140895 w 398768"/>
                <a:gd name="connsiteY14" fmla="*/ 324185 h 324184"/>
                <a:gd name="connsiteX15" fmla="*/ 81032 w 398768"/>
                <a:gd name="connsiteY15" fmla="*/ 324185 h 324184"/>
                <a:gd name="connsiteX16" fmla="*/ 0 w 398768"/>
                <a:gd name="connsiteY16" fmla="*/ 0 h 3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8768" h="324184">
                  <a:moveTo>
                    <a:pt x="0" y="0"/>
                  </a:moveTo>
                  <a:lnTo>
                    <a:pt x="60323" y="0"/>
                  </a:lnTo>
                  <a:lnTo>
                    <a:pt x="113278" y="234847"/>
                  </a:lnTo>
                  <a:lnTo>
                    <a:pt x="114200" y="234847"/>
                  </a:lnTo>
                  <a:lnTo>
                    <a:pt x="169909" y="0"/>
                  </a:lnTo>
                  <a:lnTo>
                    <a:pt x="229773" y="0"/>
                  </a:lnTo>
                  <a:lnTo>
                    <a:pt x="286872" y="234847"/>
                  </a:lnTo>
                  <a:lnTo>
                    <a:pt x="287785" y="234847"/>
                  </a:lnTo>
                  <a:lnTo>
                    <a:pt x="339358" y="0"/>
                  </a:lnTo>
                  <a:lnTo>
                    <a:pt x="398768" y="0"/>
                  </a:lnTo>
                  <a:lnTo>
                    <a:pt x="317260" y="324185"/>
                  </a:lnTo>
                  <a:lnTo>
                    <a:pt x="257857" y="324185"/>
                  </a:lnTo>
                  <a:lnTo>
                    <a:pt x="199837" y="86575"/>
                  </a:lnTo>
                  <a:lnTo>
                    <a:pt x="198916" y="86575"/>
                  </a:lnTo>
                  <a:lnTo>
                    <a:pt x="140895" y="324185"/>
                  </a:lnTo>
                  <a:lnTo>
                    <a:pt x="81032" y="32418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5" name="Freihandform: Form 234">
              <a:extLst>
                <a:ext uri="{FF2B5EF4-FFF2-40B4-BE49-F238E27FC236}">
                  <a16:creationId xmlns:a16="http://schemas.microsoft.com/office/drawing/2014/main" id="{A0A53AA3-90DB-4EE1-9D52-0CE955AC6132}"/>
                </a:ext>
              </a:extLst>
            </p:cNvPr>
            <p:cNvSpPr/>
            <p:nvPr/>
          </p:nvSpPr>
          <p:spPr>
            <a:xfrm>
              <a:off x="9415753" y="2954268"/>
              <a:ext cx="69534" cy="338461"/>
            </a:xfrm>
            <a:custGeom>
              <a:avLst/>
              <a:gdLst>
                <a:gd name="connsiteX0" fmla="*/ 69534 w 69534"/>
                <a:gd name="connsiteY0" fmla="*/ 33160 h 338461"/>
                <a:gd name="connsiteX1" fmla="*/ 34533 w 69534"/>
                <a:gd name="connsiteY1" fmla="*/ 66311 h 338461"/>
                <a:gd name="connsiteX2" fmla="*/ 0 w 69534"/>
                <a:gd name="connsiteY2" fmla="*/ 33160 h 338461"/>
                <a:gd name="connsiteX3" fmla="*/ 34533 w 69534"/>
                <a:gd name="connsiteY3" fmla="*/ 0 h 338461"/>
                <a:gd name="connsiteX4" fmla="*/ 69534 w 69534"/>
                <a:gd name="connsiteY4" fmla="*/ 33160 h 338461"/>
                <a:gd name="connsiteX5" fmla="*/ 62165 w 69534"/>
                <a:gd name="connsiteY5" fmla="*/ 338462 h 338461"/>
                <a:gd name="connsiteX6" fmla="*/ 7369 w 69534"/>
                <a:gd name="connsiteY6" fmla="*/ 338462 h 338461"/>
                <a:gd name="connsiteX7" fmla="*/ 7369 w 69534"/>
                <a:gd name="connsiteY7" fmla="*/ 104076 h 338461"/>
                <a:gd name="connsiteX8" fmla="*/ 62165 w 69534"/>
                <a:gd name="connsiteY8" fmla="*/ 104076 h 338461"/>
                <a:gd name="connsiteX9" fmla="*/ 62165 w 69534"/>
                <a:gd name="connsiteY9" fmla="*/ 338462 h 338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9534" h="338461">
                  <a:moveTo>
                    <a:pt x="69534" y="33160"/>
                  </a:moveTo>
                  <a:cubicBezTo>
                    <a:pt x="69534" y="52503"/>
                    <a:pt x="53876" y="66311"/>
                    <a:pt x="34533" y="66311"/>
                  </a:cubicBezTo>
                  <a:cubicBezTo>
                    <a:pt x="15650" y="66311"/>
                    <a:pt x="0" y="52503"/>
                    <a:pt x="0" y="33160"/>
                  </a:cubicBezTo>
                  <a:cubicBezTo>
                    <a:pt x="0" y="14277"/>
                    <a:pt x="15650" y="0"/>
                    <a:pt x="34533" y="0"/>
                  </a:cubicBezTo>
                  <a:cubicBezTo>
                    <a:pt x="53876" y="0"/>
                    <a:pt x="69534" y="14277"/>
                    <a:pt x="69534" y="33160"/>
                  </a:cubicBezTo>
                  <a:close/>
                  <a:moveTo>
                    <a:pt x="62165" y="338462"/>
                  </a:moveTo>
                  <a:lnTo>
                    <a:pt x="7369" y="338462"/>
                  </a:lnTo>
                  <a:lnTo>
                    <a:pt x="7369" y="104076"/>
                  </a:lnTo>
                  <a:lnTo>
                    <a:pt x="62165" y="104076"/>
                  </a:lnTo>
                  <a:lnTo>
                    <a:pt x="62165" y="338462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6" name="Freihandform: Form 235">
              <a:extLst>
                <a:ext uri="{FF2B5EF4-FFF2-40B4-BE49-F238E27FC236}">
                  <a16:creationId xmlns:a16="http://schemas.microsoft.com/office/drawing/2014/main" id="{361C518F-8017-4A8A-82AE-26EA3F2EDA25}"/>
                </a:ext>
              </a:extLst>
            </p:cNvPr>
            <p:cNvSpPr/>
            <p:nvPr/>
          </p:nvSpPr>
          <p:spPr>
            <a:xfrm>
              <a:off x="9528805" y="2963018"/>
              <a:ext cx="227486" cy="335246"/>
            </a:xfrm>
            <a:custGeom>
              <a:avLst/>
              <a:gdLst>
                <a:gd name="connsiteX0" fmla="*/ 36383 w 227486"/>
                <a:gd name="connsiteY0" fmla="*/ 245900 h 335246"/>
                <a:gd name="connsiteX1" fmla="*/ 116971 w 227486"/>
                <a:gd name="connsiteY1" fmla="*/ 282283 h 335246"/>
                <a:gd name="connsiteX2" fmla="*/ 169466 w 227486"/>
                <a:gd name="connsiteY2" fmla="*/ 241755 h 335246"/>
                <a:gd name="connsiteX3" fmla="*/ 10601 w 227486"/>
                <a:gd name="connsiteY3" fmla="*/ 93944 h 335246"/>
                <a:gd name="connsiteX4" fmla="*/ 120656 w 227486"/>
                <a:gd name="connsiteY4" fmla="*/ 0 h 335246"/>
                <a:gd name="connsiteX5" fmla="*/ 225183 w 227486"/>
                <a:gd name="connsiteY5" fmla="*/ 39147 h 335246"/>
                <a:gd name="connsiteX6" fmla="*/ 188808 w 227486"/>
                <a:gd name="connsiteY6" fmla="*/ 83812 h 335246"/>
                <a:gd name="connsiteX7" fmla="*/ 117884 w 227486"/>
                <a:gd name="connsiteY7" fmla="*/ 52503 h 335246"/>
                <a:gd name="connsiteX8" fmla="*/ 68613 w 227486"/>
                <a:gd name="connsiteY8" fmla="*/ 88886 h 335246"/>
                <a:gd name="connsiteX9" fmla="*/ 227486 w 227486"/>
                <a:gd name="connsiteY9" fmla="*/ 237158 h 335246"/>
                <a:gd name="connsiteX10" fmla="*/ 115590 w 227486"/>
                <a:gd name="connsiteY10" fmla="*/ 335246 h 335246"/>
                <a:gd name="connsiteX11" fmla="*/ 0 w 227486"/>
                <a:gd name="connsiteY11" fmla="*/ 290573 h 335246"/>
                <a:gd name="connsiteX12" fmla="*/ 36383 w 227486"/>
                <a:gd name="connsiteY12" fmla="*/ 245900 h 33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7486" h="335246">
                  <a:moveTo>
                    <a:pt x="36383" y="245900"/>
                  </a:moveTo>
                  <a:cubicBezTo>
                    <a:pt x="60323" y="268927"/>
                    <a:pt x="89799" y="282283"/>
                    <a:pt x="116971" y="282283"/>
                  </a:cubicBezTo>
                  <a:cubicBezTo>
                    <a:pt x="147359" y="282283"/>
                    <a:pt x="169466" y="265243"/>
                    <a:pt x="169466" y="241755"/>
                  </a:cubicBezTo>
                  <a:cubicBezTo>
                    <a:pt x="169466" y="179589"/>
                    <a:pt x="10601" y="198932"/>
                    <a:pt x="10601" y="93944"/>
                  </a:cubicBezTo>
                  <a:cubicBezTo>
                    <a:pt x="10601" y="38226"/>
                    <a:pt x="55727" y="0"/>
                    <a:pt x="120656" y="0"/>
                  </a:cubicBezTo>
                  <a:cubicBezTo>
                    <a:pt x="159342" y="0"/>
                    <a:pt x="195256" y="13356"/>
                    <a:pt x="225183" y="39147"/>
                  </a:cubicBezTo>
                  <a:lnTo>
                    <a:pt x="188808" y="83812"/>
                  </a:lnTo>
                  <a:cubicBezTo>
                    <a:pt x="165321" y="63087"/>
                    <a:pt x="141841" y="52503"/>
                    <a:pt x="117884" y="52503"/>
                  </a:cubicBezTo>
                  <a:cubicBezTo>
                    <a:pt x="89339" y="52503"/>
                    <a:pt x="68613" y="67692"/>
                    <a:pt x="68613" y="88886"/>
                  </a:cubicBezTo>
                  <a:cubicBezTo>
                    <a:pt x="68613" y="147359"/>
                    <a:pt x="227486" y="128024"/>
                    <a:pt x="227486" y="237158"/>
                  </a:cubicBezTo>
                  <a:cubicBezTo>
                    <a:pt x="227486" y="295639"/>
                    <a:pt x="182352" y="335246"/>
                    <a:pt x="115590" y="335246"/>
                  </a:cubicBezTo>
                  <a:cubicBezTo>
                    <a:pt x="72767" y="335246"/>
                    <a:pt x="30857" y="319127"/>
                    <a:pt x="0" y="290573"/>
                  </a:cubicBezTo>
                  <a:lnTo>
                    <a:pt x="36383" y="245900"/>
                  </a:ln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37" name="Freihandform: Form 236">
              <a:extLst>
                <a:ext uri="{FF2B5EF4-FFF2-40B4-BE49-F238E27FC236}">
                  <a16:creationId xmlns:a16="http://schemas.microsoft.com/office/drawing/2014/main" id="{11B09AF8-F848-4632-B342-DF48AD33BA92}"/>
                </a:ext>
              </a:extLst>
            </p:cNvPr>
            <p:cNvSpPr/>
            <p:nvPr/>
          </p:nvSpPr>
          <p:spPr>
            <a:xfrm>
              <a:off x="9804959" y="3052356"/>
              <a:ext cx="225636" cy="245908"/>
            </a:xfrm>
            <a:custGeom>
              <a:avLst/>
              <a:gdLst>
                <a:gd name="connsiteX0" fmla="*/ 0 w 225636"/>
                <a:gd name="connsiteY0" fmla="*/ 122950 h 245908"/>
                <a:gd name="connsiteX1" fmla="*/ 113739 w 225636"/>
                <a:gd name="connsiteY1" fmla="*/ 0 h 245908"/>
                <a:gd name="connsiteX2" fmla="*/ 225636 w 225636"/>
                <a:gd name="connsiteY2" fmla="*/ 122950 h 245908"/>
                <a:gd name="connsiteX3" fmla="*/ 113739 w 225636"/>
                <a:gd name="connsiteY3" fmla="*/ 245908 h 245908"/>
                <a:gd name="connsiteX4" fmla="*/ 0 w 225636"/>
                <a:gd name="connsiteY4" fmla="*/ 122950 h 245908"/>
                <a:gd name="connsiteX5" fmla="*/ 171300 w 225636"/>
                <a:gd name="connsiteY5" fmla="*/ 123410 h 245908"/>
                <a:gd name="connsiteX6" fmla="*/ 112818 w 225636"/>
                <a:gd name="connsiteY6" fmla="*/ 49731 h 245908"/>
                <a:gd name="connsiteX7" fmla="*/ 54345 w 225636"/>
                <a:gd name="connsiteY7" fmla="*/ 122481 h 245908"/>
                <a:gd name="connsiteX8" fmla="*/ 113287 w 225636"/>
                <a:gd name="connsiteY8" fmla="*/ 196621 h 245908"/>
                <a:gd name="connsiteX9" fmla="*/ 171300 w 225636"/>
                <a:gd name="connsiteY9" fmla="*/ 123410 h 245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5636" h="245908">
                  <a:moveTo>
                    <a:pt x="0" y="122950"/>
                  </a:moveTo>
                  <a:cubicBezTo>
                    <a:pt x="0" y="49270"/>
                    <a:pt x="45586" y="0"/>
                    <a:pt x="113739" y="0"/>
                  </a:cubicBezTo>
                  <a:cubicBezTo>
                    <a:pt x="181431" y="0"/>
                    <a:pt x="225636" y="48349"/>
                    <a:pt x="225636" y="122950"/>
                  </a:cubicBezTo>
                  <a:cubicBezTo>
                    <a:pt x="225636" y="196629"/>
                    <a:pt x="181884" y="245908"/>
                    <a:pt x="113739" y="245908"/>
                  </a:cubicBezTo>
                  <a:cubicBezTo>
                    <a:pt x="46047" y="245900"/>
                    <a:pt x="0" y="197090"/>
                    <a:pt x="0" y="122950"/>
                  </a:cubicBezTo>
                  <a:close/>
                  <a:moveTo>
                    <a:pt x="171300" y="123410"/>
                  </a:moveTo>
                  <a:cubicBezTo>
                    <a:pt x="171300" y="77824"/>
                    <a:pt x="148741" y="49731"/>
                    <a:pt x="112818" y="49731"/>
                  </a:cubicBezTo>
                  <a:cubicBezTo>
                    <a:pt x="76443" y="49731"/>
                    <a:pt x="54345" y="77816"/>
                    <a:pt x="54345" y="122481"/>
                  </a:cubicBezTo>
                  <a:cubicBezTo>
                    <a:pt x="54345" y="168067"/>
                    <a:pt x="76903" y="196621"/>
                    <a:pt x="113287" y="196621"/>
                  </a:cubicBezTo>
                  <a:cubicBezTo>
                    <a:pt x="149193" y="196629"/>
                    <a:pt x="171300" y="168536"/>
                    <a:pt x="171300" y="123410"/>
                  </a:cubicBezTo>
                  <a:close/>
                </a:path>
              </a:pathLst>
            </a:custGeom>
            <a:grpFill/>
            <a:ln w="83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83891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3999BA3-562C-4E45-8F3B-A023F450B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3323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A1581D5-332D-4C8E-AF45-43F518A6E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319" y="1631156"/>
            <a:ext cx="11157744" cy="4569619"/>
          </a:xfrm>
          <a:prstGeom prst="rect">
            <a:avLst/>
          </a:prstGeom>
        </p:spPr>
        <p:txBody>
          <a:bodyPr vert="horz" lIns="0" tIns="0" rIns="360000" bIns="0" rtlCol="0" anchor="t" anchorCtr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440FC-859D-4521-8908-A802F3E535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17351" y="6634666"/>
            <a:ext cx="849593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7813B354-BC39-4645-8819-2B4DEEDA9F36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8C6C66-9703-4B53-BAF2-1F89587F3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8319" y="6634666"/>
            <a:ext cx="5469732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/>
              <a:t>E-Business &amp; E-Commerce | Gruppen Name | Titel Ihres Online-Shops </a:t>
            </a:r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2FAB54-E254-4FCB-BB98-1E4D5A6D0B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099" y="6634666"/>
            <a:ext cx="193964" cy="123111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D949F9DF-37BD-4CD6-BF49-65BA579E1D7A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39EA0DE-CCA1-4795-BE19-74C50E90E6A6}"/>
              </a:ext>
            </a:extLst>
          </p:cNvPr>
          <p:cNvSpPr/>
          <p:nvPr userDrawn="1"/>
        </p:nvSpPr>
        <p:spPr>
          <a:xfrm>
            <a:off x="518400" y="1196733"/>
            <a:ext cx="11676062" cy="72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10272FF-60F7-4AF4-9CD6-0A04080EA9B4}"/>
              </a:ext>
            </a:extLst>
          </p:cNvPr>
          <p:cNvSpPr/>
          <p:nvPr userDrawn="1"/>
        </p:nvSpPr>
        <p:spPr>
          <a:xfrm>
            <a:off x="517200" y="6538526"/>
            <a:ext cx="11674800" cy="1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94ED806-CB19-40CC-A79A-590CC1E2001C}"/>
              </a:ext>
            </a:extLst>
          </p:cNvPr>
          <p:cNvGrpSpPr/>
          <p:nvPr userDrawn="1"/>
        </p:nvGrpSpPr>
        <p:grpSpPr>
          <a:xfrm>
            <a:off x="-390525" y="160153"/>
            <a:ext cx="333375" cy="136812"/>
            <a:chOff x="-133350" y="2711163"/>
            <a:chExt cx="333375" cy="136812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4AAF1C65-9B2D-4CC2-AC17-D265DC4D733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1A82F2D7-59C8-4661-B851-DC008AA6297D}"/>
                </a:ext>
              </a:extLst>
            </p:cNvPr>
            <p:cNvSpPr txBox="1"/>
            <p:nvPr userDrawn="1"/>
          </p:nvSpPr>
          <p:spPr>
            <a:xfrm>
              <a:off x="-96506" y="2711163"/>
              <a:ext cx="259686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08,70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211FD6C4-2ACB-4F36-A3BA-68BAE793E096}"/>
              </a:ext>
            </a:extLst>
          </p:cNvPr>
          <p:cNvGrpSpPr/>
          <p:nvPr userDrawn="1"/>
        </p:nvGrpSpPr>
        <p:grpSpPr>
          <a:xfrm>
            <a:off x="-390525" y="1131703"/>
            <a:ext cx="333375" cy="136812"/>
            <a:chOff x="-133350" y="2711163"/>
            <a:chExt cx="333375" cy="136812"/>
          </a:xfrm>
        </p:grpSpPr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779170BC-C4E0-4FC8-93EA-CB17C932729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6CF57888-5707-459D-94AC-235CE0EBEDD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06,00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503014F4-59EC-4961-A29D-259A33C423B3}"/>
              </a:ext>
            </a:extLst>
          </p:cNvPr>
          <p:cNvGrpSpPr/>
          <p:nvPr userDrawn="1"/>
        </p:nvGrpSpPr>
        <p:grpSpPr>
          <a:xfrm>
            <a:off x="-390525" y="1491963"/>
            <a:ext cx="333375" cy="136812"/>
            <a:chOff x="-133350" y="2711163"/>
            <a:chExt cx="333375" cy="136812"/>
          </a:xfrm>
        </p:grpSpPr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BD8E14DC-3898-4BA1-91EA-46ADC917A58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61BB5C6B-8FE1-44A4-AE66-C1DB01AE301C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05,00</a:t>
              </a:r>
            </a:p>
          </p:txBody>
        </p:sp>
      </p:grp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9991022-C87B-4402-BF68-CD3ED59D5D85}"/>
              </a:ext>
            </a:extLst>
          </p:cNvPr>
          <p:cNvGrpSpPr/>
          <p:nvPr userDrawn="1"/>
        </p:nvGrpSpPr>
        <p:grpSpPr>
          <a:xfrm>
            <a:off x="-390525" y="3292188"/>
            <a:ext cx="333375" cy="136812"/>
            <a:chOff x="-133350" y="2711163"/>
            <a:chExt cx="333375" cy="136812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439873FE-8996-424A-94FE-EEEEC0A7B6C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04C5416-0A35-4C8C-8975-2F5057F69C48}"/>
                </a:ext>
              </a:extLst>
            </p:cNvPr>
            <p:cNvSpPr txBox="1"/>
            <p:nvPr userDrawn="1"/>
          </p:nvSpPr>
          <p:spPr>
            <a:xfrm>
              <a:off x="-96505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F9A881D-D6E0-4814-9AA3-AAF6697A620E}"/>
              </a:ext>
            </a:extLst>
          </p:cNvPr>
          <p:cNvGrpSpPr/>
          <p:nvPr userDrawn="1"/>
        </p:nvGrpSpPr>
        <p:grpSpPr>
          <a:xfrm>
            <a:off x="-390525" y="6063963"/>
            <a:ext cx="333375" cy="136812"/>
            <a:chOff x="-133350" y="2711163"/>
            <a:chExt cx="333375" cy="136812"/>
          </a:xfrm>
        </p:grpSpPr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ECA5DFD-01F8-49BC-9DE9-EE577F9B403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0348451A-09A8-4D76-AA86-13CB9E640770}"/>
                </a:ext>
              </a:extLst>
            </p:cNvPr>
            <p:cNvSpPr txBox="1"/>
            <p:nvPr userDrawn="1"/>
          </p:nvSpPr>
          <p:spPr>
            <a:xfrm>
              <a:off x="-96504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07,70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24DF2EB-9047-4DDA-A12A-4BAC4962F78F}"/>
              </a:ext>
            </a:extLst>
          </p:cNvPr>
          <p:cNvGrpSpPr/>
          <p:nvPr userDrawn="1"/>
        </p:nvGrpSpPr>
        <p:grpSpPr>
          <a:xfrm>
            <a:off x="-390525" y="6495763"/>
            <a:ext cx="333375" cy="136812"/>
            <a:chOff x="-133350" y="2711163"/>
            <a:chExt cx="333375" cy="136812"/>
          </a:xfrm>
        </p:grpSpPr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690A038D-AD14-4251-A0A9-22A5F6713B0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9E3D1027-C73A-4F88-AB8D-55680AB053E7}"/>
                </a:ext>
              </a:extLst>
            </p:cNvPr>
            <p:cNvSpPr txBox="1"/>
            <p:nvPr userDrawn="1"/>
          </p:nvSpPr>
          <p:spPr>
            <a:xfrm>
              <a:off x="-96503" y="2711163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08,90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6244944-3F97-4474-9D4A-3D31BFBC3DF9}"/>
              </a:ext>
            </a:extLst>
          </p:cNvPr>
          <p:cNvGrpSpPr/>
          <p:nvPr userDrawn="1"/>
        </p:nvGrpSpPr>
        <p:grpSpPr>
          <a:xfrm rot="16200000">
            <a:off x="281643" y="-299136"/>
            <a:ext cx="333375" cy="136808"/>
            <a:chOff x="-133350" y="2711167"/>
            <a:chExt cx="333375" cy="136808"/>
          </a:xfrm>
        </p:grpSpPr>
        <p:cxnSp>
          <p:nvCxnSpPr>
            <p:cNvPr id="31" name="Gerader Verbinder 30">
              <a:extLst>
                <a:ext uri="{FF2B5EF4-FFF2-40B4-BE49-F238E27FC236}">
                  <a16:creationId xmlns:a16="http://schemas.microsoft.com/office/drawing/2014/main" id="{97182CE3-E874-4552-B5B3-4076C990890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DFE6B92B-AC01-4482-A6E7-400EF0E7F9ED}"/>
                </a:ext>
              </a:extLst>
            </p:cNvPr>
            <p:cNvSpPr txBox="1"/>
            <p:nvPr userDrawn="1"/>
          </p:nvSpPr>
          <p:spPr>
            <a:xfrm>
              <a:off x="-96507" y="2711167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5EC5B3E5-86C1-4027-A74F-789345DFA684}"/>
              </a:ext>
            </a:extLst>
          </p:cNvPr>
          <p:cNvGrpSpPr/>
          <p:nvPr userDrawn="1"/>
        </p:nvGrpSpPr>
        <p:grpSpPr>
          <a:xfrm rot="16200000">
            <a:off x="5752963" y="-299136"/>
            <a:ext cx="333375" cy="136804"/>
            <a:chOff x="-133350" y="2711171"/>
            <a:chExt cx="333375" cy="136804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7B62256D-25C9-4899-8A3A-7970EB4706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29A2699B-FFE8-4320-BD7A-68D214D9A58B}"/>
                </a:ext>
              </a:extLst>
            </p:cNvPr>
            <p:cNvSpPr txBox="1"/>
            <p:nvPr userDrawn="1"/>
          </p:nvSpPr>
          <p:spPr>
            <a:xfrm>
              <a:off x="-96504" y="271117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1A9EBBA-C118-4592-8B41-99FA797C19C4}"/>
              </a:ext>
            </a:extLst>
          </p:cNvPr>
          <p:cNvGrpSpPr/>
          <p:nvPr userDrawn="1"/>
        </p:nvGrpSpPr>
        <p:grpSpPr>
          <a:xfrm>
            <a:off x="6203950" y="-397424"/>
            <a:ext cx="124906" cy="333375"/>
            <a:chOff x="6416680" y="-397424"/>
            <a:chExt cx="124906" cy="333375"/>
          </a:xfrm>
        </p:grpSpPr>
        <p:cxnSp>
          <p:nvCxnSpPr>
            <p:cNvPr id="37" name="Gerader Verbinder 36">
              <a:extLst>
                <a:ext uri="{FF2B5EF4-FFF2-40B4-BE49-F238E27FC236}">
                  <a16:creationId xmlns:a16="http://schemas.microsoft.com/office/drawing/2014/main" id="{45C123C4-4121-4372-95DF-DC232FC6A3E1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6249993" y="-230736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10C304B0-38F3-48B3-A23F-BE3EEAF774D6}"/>
                </a:ext>
              </a:extLst>
            </p:cNvPr>
            <p:cNvSpPr txBox="1"/>
            <p:nvPr userDrawn="1"/>
          </p:nvSpPr>
          <p:spPr>
            <a:xfrm rot="16200000">
              <a:off x="6349289" y="-293191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00,30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A609601-D94C-4D05-A7EF-EBA9D6ACA000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929313" y="-230736"/>
            <a:ext cx="3333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2CEB042-C849-4BE4-A0F0-03828777E713}"/>
              </a:ext>
            </a:extLst>
          </p:cNvPr>
          <p:cNvGrpSpPr/>
          <p:nvPr userDrawn="1"/>
        </p:nvGrpSpPr>
        <p:grpSpPr>
          <a:xfrm rot="16200000">
            <a:off x="11447325" y="-299139"/>
            <a:ext cx="333375" cy="136800"/>
            <a:chOff x="-133350" y="2711175"/>
            <a:chExt cx="333375" cy="136800"/>
          </a:xfrm>
        </p:grpSpPr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58E387D-7C2C-4001-94B6-8372A7A1305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33350" y="2847975"/>
              <a:ext cx="333375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9EC0E69-66B7-4E97-B0AC-9CFA0DDEC604}"/>
                </a:ext>
              </a:extLst>
            </p:cNvPr>
            <p:cNvSpPr txBox="1"/>
            <p:nvPr userDrawn="1"/>
          </p:nvSpPr>
          <p:spPr>
            <a:xfrm>
              <a:off x="-96501" y="2711175"/>
              <a:ext cx="259687" cy="12490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r>
                <a:rPr kumimoji="0" lang="de-DE" sz="800" b="0" i="0" u="none" strike="noStrike" kern="1200" cap="none" spc="0" normalizeH="0" baseline="0" noProof="0">
                  <a:ln>
                    <a:noFill/>
                  </a:ln>
                  <a:solidFill>
                    <a:schemeClr val="accent6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15,50</a:t>
              </a:r>
            </a:p>
          </p:txBody>
        </p:sp>
      </p:grp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5455B7B7-D66F-4A5D-9E90-5BA38D64518F}"/>
              </a:ext>
            </a:extLst>
          </p:cNvPr>
          <p:cNvSpPr>
            <a:spLocks noChangeAspect="1"/>
          </p:cNvSpPr>
          <p:nvPr userDrawn="1"/>
        </p:nvSpPr>
        <p:spPr>
          <a:xfrm>
            <a:off x="10596063" y="299346"/>
            <a:ext cx="1080000" cy="412328"/>
          </a:xfrm>
          <a:custGeom>
            <a:avLst/>
            <a:gdLst>
              <a:gd name="connsiteX0" fmla="*/ 0 w 4797018"/>
              <a:gd name="connsiteY0" fmla="*/ 170736 h 1831428"/>
              <a:gd name="connsiteX1" fmla="*/ 92812 w 4797018"/>
              <a:gd name="connsiteY1" fmla="*/ 77924 h 1831428"/>
              <a:gd name="connsiteX2" fmla="*/ 92812 w 4797018"/>
              <a:gd name="connsiteY2" fmla="*/ 1763373 h 1831428"/>
              <a:gd name="connsiteX3" fmla="*/ 0 w 4797018"/>
              <a:gd name="connsiteY3" fmla="*/ 1763373 h 1831428"/>
              <a:gd name="connsiteX4" fmla="*/ 0 w 4797018"/>
              <a:gd name="connsiteY4" fmla="*/ 170736 h 1831428"/>
              <a:gd name="connsiteX5" fmla="*/ 278425 w 4797018"/>
              <a:gd name="connsiteY5" fmla="*/ 92812 h 1831428"/>
              <a:gd name="connsiteX6" fmla="*/ 1392136 w 4797018"/>
              <a:gd name="connsiteY6" fmla="*/ 92812 h 1831428"/>
              <a:gd name="connsiteX7" fmla="*/ 1392136 w 4797018"/>
              <a:gd name="connsiteY7" fmla="*/ 0 h 1831428"/>
              <a:gd name="connsiteX8" fmla="*/ 185614 w 4797018"/>
              <a:gd name="connsiteY8" fmla="*/ 0 h 1831428"/>
              <a:gd name="connsiteX9" fmla="*/ 185614 w 4797018"/>
              <a:gd name="connsiteY9" fmla="*/ 1113701 h 1831428"/>
              <a:gd name="connsiteX10" fmla="*/ 1210723 w 4797018"/>
              <a:gd name="connsiteY10" fmla="*/ 1113701 h 1831428"/>
              <a:gd name="connsiteX11" fmla="*/ 1210723 w 4797018"/>
              <a:gd name="connsiteY11" fmla="*/ 1020899 h 1831428"/>
              <a:gd name="connsiteX12" fmla="*/ 278425 w 4797018"/>
              <a:gd name="connsiteY12" fmla="*/ 1020899 h 1831428"/>
              <a:gd name="connsiteX13" fmla="*/ 278425 w 4797018"/>
              <a:gd name="connsiteY13" fmla="*/ 92812 h 1831428"/>
              <a:gd name="connsiteX14" fmla="*/ 1350464 w 4797018"/>
              <a:gd name="connsiteY14" fmla="*/ 835285 h 1831428"/>
              <a:gd name="connsiteX15" fmla="*/ 464048 w 4797018"/>
              <a:gd name="connsiteY15" fmla="*/ 835285 h 1831428"/>
              <a:gd name="connsiteX16" fmla="*/ 464048 w 4797018"/>
              <a:gd name="connsiteY16" fmla="*/ 464048 h 1831428"/>
              <a:gd name="connsiteX17" fmla="*/ 1222124 w 4797018"/>
              <a:gd name="connsiteY17" fmla="*/ 464048 h 1831428"/>
              <a:gd name="connsiteX18" fmla="*/ 1314926 w 4797018"/>
              <a:gd name="connsiteY18" fmla="*/ 371237 h 1831428"/>
              <a:gd name="connsiteX19" fmla="*/ 464048 w 4797018"/>
              <a:gd name="connsiteY19" fmla="*/ 371237 h 1831428"/>
              <a:gd name="connsiteX20" fmla="*/ 464048 w 4797018"/>
              <a:gd name="connsiteY20" fmla="*/ 278425 h 1831428"/>
              <a:gd name="connsiteX21" fmla="*/ 1392146 w 4797018"/>
              <a:gd name="connsiteY21" fmla="*/ 278425 h 1831428"/>
              <a:gd name="connsiteX22" fmla="*/ 1392146 w 4797018"/>
              <a:gd name="connsiteY22" fmla="*/ 185614 h 1831428"/>
              <a:gd name="connsiteX23" fmla="*/ 371237 w 4797018"/>
              <a:gd name="connsiteY23" fmla="*/ 185614 h 1831428"/>
              <a:gd name="connsiteX24" fmla="*/ 371237 w 4797018"/>
              <a:gd name="connsiteY24" fmla="*/ 928087 h 1831428"/>
              <a:gd name="connsiteX25" fmla="*/ 1258872 w 4797018"/>
              <a:gd name="connsiteY25" fmla="*/ 928087 h 1831428"/>
              <a:gd name="connsiteX26" fmla="*/ 1350464 w 4797018"/>
              <a:gd name="connsiteY26" fmla="*/ 835285 h 1831428"/>
              <a:gd name="connsiteX27" fmla="*/ 185614 w 4797018"/>
              <a:gd name="connsiteY27" fmla="*/ 1763373 h 1831428"/>
              <a:gd name="connsiteX28" fmla="*/ 278425 w 4797018"/>
              <a:gd name="connsiteY28" fmla="*/ 1763373 h 1831428"/>
              <a:gd name="connsiteX29" fmla="*/ 278425 w 4797018"/>
              <a:gd name="connsiteY29" fmla="*/ 1299324 h 1831428"/>
              <a:gd name="connsiteX30" fmla="*/ 371237 w 4797018"/>
              <a:gd name="connsiteY30" fmla="*/ 1299324 h 1831428"/>
              <a:gd name="connsiteX31" fmla="*/ 371237 w 4797018"/>
              <a:gd name="connsiteY31" fmla="*/ 1685449 h 1831428"/>
              <a:gd name="connsiteX32" fmla="*/ 464039 w 4797018"/>
              <a:gd name="connsiteY32" fmla="*/ 1592647 h 1831428"/>
              <a:gd name="connsiteX33" fmla="*/ 464039 w 4797018"/>
              <a:gd name="connsiteY33" fmla="*/ 1299324 h 1831428"/>
              <a:gd name="connsiteX34" fmla="*/ 1210723 w 4797018"/>
              <a:gd name="connsiteY34" fmla="*/ 1299324 h 1831428"/>
              <a:gd name="connsiteX35" fmla="*/ 1210723 w 4797018"/>
              <a:gd name="connsiteY35" fmla="*/ 1206522 h 1831428"/>
              <a:gd name="connsiteX36" fmla="*/ 185614 w 4797018"/>
              <a:gd name="connsiteY36" fmla="*/ 1206522 h 1831428"/>
              <a:gd name="connsiteX37" fmla="*/ 185614 w 4797018"/>
              <a:gd name="connsiteY37" fmla="*/ 1763373 h 1831428"/>
              <a:gd name="connsiteX38" fmla="*/ 4704207 w 4797018"/>
              <a:gd name="connsiteY38" fmla="*/ 0 h 1831428"/>
              <a:gd name="connsiteX39" fmla="*/ 4704207 w 4797018"/>
              <a:gd name="connsiteY39" fmla="*/ 1067314 h 1831428"/>
              <a:gd name="connsiteX40" fmla="*/ 4334837 w 4797018"/>
              <a:gd name="connsiteY40" fmla="*/ 1692688 h 1831428"/>
              <a:gd name="connsiteX41" fmla="*/ 4332742 w 4797018"/>
              <a:gd name="connsiteY41" fmla="*/ 1689954 h 1831428"/>
              <a:gd name="connsiteX42" fmla="*/ 4611405 w 4797018"/>
              <a:gd name="connsiteY42" fmla="*/ 1158564 h 1831428"/>
              <a:gd name="connsiteX43" fmla="*/ 4611405 w 4797018"/>
              <a:gd name="connsiteY43" fmla="*/ 0 h 1831428"/>
              <a:gd name="connsiteX44" fmla="*/ 4518594 w 4797018"/>
              <a:gd name="connsiteY44" fmla="*/ 0 h 1831428"/>
              <a:gd name="connsiteX45" fmla="*/ 4518594 w 4797018"/>
              <a:gd name="connsiteY45" fmla="*/ 1157021 h 1831428"/>
              <a:gd name="connsiteX46" fmla="*/ 3915337 w 4797018"/>
              <a:gd name="connsiteY46" fmla="*/ 1740170 h 1831428"/>
              <a:gd name="connsiteX47" fmla="*/ 3312081 w 4797018"/>
              <a:gd name="connsiteY47" fmla="*/ 1157021 h 1831428"/>
              <a:gd name="connsiteX48" fmla="*/ 3312081 w 4797018"/>
              <a:gd name="connsiteY48" fmla="*/ 77924 h 1831428"/>
              <a:gd name="connsiteX49" fmla="*/ 3219269 w 4797018"/>
              <a:gd name="connsiteY49" fmla="*/ 170736 h 1831428"/>
              <a:gd name="connsiteX50" fmla="*/ 3219269 w 4797018"/>
              <a:gd name="connsiteY50" fmla="*/ 1158564 h 1831428"/>
              <a:gd name="connsiteX51" fmla="*/ 3915337 w 4797018"/>
              <a:gd name="connsiteY51" fmla="*/ 1831429 h 1831428"/>
              <a:gd name="connsiteX52" fmla="*/ 4008139 w 4797018"/>
              <a:gd name="connsiteY52" fmla="*/ 1831429 h 1831428"/>
              <a:gd name="connsiteX53" fmla="*/ 4797019 w 4797018"/>
              <a:gd name="connsiteY53" fmla="*/ 1068667 h 1831428"/>
              <a:gd name="connsiteX54" fmla="*/ 4797019 w 4797018"/>
              <a:gd name="connsiteY54" fmla="*/ 0 h 1831428"/>
              <a:gd name="connsiteX55" fmla="*/ 4704207 w 4797018"/>
              <a:gd name="connsiteY55" fmla="*/ 0 h 1831428"/>
              <a:gd name="connsiteX56" fmla="*/ 3915328 w 4797018"/>
              <a:gd name="connsiteY56" fmla="*/ 1647358 h 1831428"/>
              <a:gd name="connsiteX57" fmla="*/ 4425773 w 4797018"/>
              <a:gd name="connsiteY57" fmla="*/ 1157021 h 1831428"/>
              <a:gd name="connsiteX58" fmla="*/ 4425782 w 4797018"/>
              <a:gd name="connsiteY58" fmla="*/ 1157021 h 1831428"/>
              <a:gd name="connsiteX59" fmla="*/ 4425782 w 4797018"/>
              <a:gd name="connsiteY59" fmla="*/ 77924 h 1831428"/>
              <a:gd name="connsiteX60" fmla="*/ 4332970 w 4797018"/>
              <a:gd name="connsiteY60" fmla="*/ 170736 h 1831428"/>
              <a:gd name="connsiteX61" fmla="*/ 4332970 w 4797018"/>
              <a:gd name="connsiteY61" fmla="*/ 1067305 h 1831428"/>
              <a:gd name="connsiteX62" fmla="*/ 4008130 w 4797018"/>
              <a:gd name="connsiteY62" fmla="*/ 1368933 h 1831428"/>
              <a:gd name="connsiteX63" fmla="*/ 3683298 w 4797018"/>
              <a:gd name="connsiteY63" fmla="*/ 1067305 h 1831428"/>
              <a:gd name="connsiteX64" fmla="*/ 3683289 w 4797018"/>
              <a:gd name="connsiteY64" fmla="*/ 0 h 1831428"/>
              <a:gd name="connsiteX65" fmla="*/ 3590487 w 4797018"/>
              <a:gd name="connsiteY65" fmla="*/ 0 h 1831428"/>
              <a:gd name="connsiteX66" fmla="*/ 3590487 w 4797018"/>
              <a:gd name="connsiteY66" fmla="*/ 1067305 h 1831428"/>
              <a:gd name="connsiteX67" fmla="*/ 4008130 w 4797018"/>
              <a:gd name="connsiteY67" fmla="*/ 1461745 h 1831428"/>
              <a:gd name="connsiteX68" fmla="*/ 4294699 w 4797018"/>
              <a:gd name="connsiteY68" fmla="*/ 1333129 h 1831428"/>
              <a:gd name="connsiteX69" fmla="*/ 4296785 w 4797018"/>
              <a:gd name="connsiteY69" fmla="*/ 1335862 h 1831428"/>
              <a:gd name="connsiteX70" fmla="*/ 3915328 w 4797018"/>
              <a:gd name="connsiteY70" fmla="*/ 1554556 h 1831428"/>
              <a:gd name="connsiteX71" fmla="*/ 3497742 w 4797018"/>
              <a:gd name="connsiteY71" fmla="*/ 1160116 h 1831428"/>
              <a:gd name="connsiteX72" fmla="*/ 3497685 w 4797018"/>
              <a:gd name="connsiteY72" fmla="*/ 1160116 h 1831428"/>
              <a:gd name="connsiteX73" fmla="*/ 3497685 w 4797018"/>
              <a:gd name="connsiteY73" fmla="*/ 0 h 1831428"/>
              <a:gd name="connsiteX74" fmla="*/ 3404873 w 4797018"/>
              <a:gd name="connsiteY74" fmla="*/ 0 h 1831428"/>
              <a:gd name="connsiteX75" fmla="*/ 3404873 w 4797018"/>
              <a:gd name="connsiteY75" fmla="*/ 1160107 h 1831428"/>
              <a:gd name="connsiteX76" fmla="*/ 3404921 w 4797018"/>
              <a:gd name="connsiteY76" fmla="*/ 1160107 h 1831428"/>
              <a:gd name="connsiteX77" fmla="*/ 3915328 w 4797018"/>
              <a:gd name="connsiteY77" fmla="*/ 1647358 h 1831428"/>
              <a:gd name="connsiteX78" fmla="*/ 1852984 w 4797018"/>
              <a:gd name="connsiteY78" fmla="*/ 1206522 h 1831428"/>
              <a:gd name="connsiteX79" fmla="*/ 1618288 w 4797018"/>
              <a:gd name="connsiteY79" fmla="*/ 1763373 h 1831428"/>
              <a:gd name="connsiteX80" fmla="*/ 1711119 w 4797018"/>
              <a:gd name="connsiteY80" fmla="*/ 1763363 h 1831428"/>
              <a:gd name="connsiteX81" fmla="*/ 1711100 w 4797018"/>
              <a:gd name="connsiteY81" fmla="*/ 1763373 h 1831428"/>
              <a:gd name="connsiteX82" fmla="*/ 1711119 w 4797018"/>
              <a:gd name="connsiteY82" fmla="*/ 1763373 h 1831428"/>
              <a:gd name="connsiteX83" fmla="*/ 1828448 w 4797018"/>
              <a:gd name="connsiteY83" fmla="*/ 1484948 h 1831428"/>
              <a:gd name="connsiteX84" fmla="*/ 2614774 w 4797018"/>
              <a:gd name="connsiteY84" fmla="*/ 1484948 h 1831428"/>
              <a:gd name="connsiteX85" fmla="*/ 2732018 w 4797018"/>
              <a:gd name="connsiteY85" fmla="*/ 1763373 h 1831428"/>
              <a:gd name="connsiteX86" fmla="*/ 2824820 w 4797018"/>
              <a:gd name="connsiteY86" fmla="*/ 1763373 h 1831428"/>
              <a:gd name="connsiteX87" fmla="*/ 2668515 w 4797018"/>
              <a:gd name="connsiteY87" fmla="*/ 1392136 h 1831428"/>
              <a:gd name="connsiteX88" fmla="*/ 1867567 w 4797018"/>
              <a:gd name="connsiteY88" fmla="*/ 1392136 h 1831428"/>
              <a:gd name="connsiteX89" fmla="*/ 1906676 w 4797018"/>
              <a:gd name="connsiteY89" fmla="*/ 1299324 h 1831428"/>
              <a:gd name="connsiteX90" fmla="*/ 2722236 w 4797018"/>
              <a:gd name="connsiteY90" fmla="*/ 1299324 h 1831428"/>
              <a:gd name="connsiteX91" fmla="*/ 2917632 w 4797018"/>
              <a:gd name="connsiteY91" fmla="*/ 1763373 h 1831428"/>
              <a:gd name="connsiteX92" fmla="*/ 3010443 w 4797018"/>
              <a:gd name="connsiteY92" fmla="*/ 1763373 h 1831428"/>
              <a:gd name="connsiteX93" fmla="*/ 2775976 w 4797018"/>
              <a:gd name="connsiteY93" fmla="*/ 1206522 h 1831428"/>
              <a:gd name="connsiteX94" fmla="*/ 1852984 w 4797018"/>
              <a:gd name="connsiteY94" fmla="*/ 1206522 h 1831428"/>
              <a:gd name="connsiteX95" fmla="*/ 1989544 w 4797018"/>
              <a:gd name="connsiteY95" fmla="*/ 0 h 1831428"/>
              <a:gd name="connsiteX96" fmla="*/ 1307459 w 4797018"/>
              <a:gd name="connsiteY96" fmla="*/ 1617898 h 1831428"/>
              <a:gd name="connsiteX97" fmla="*/ 1366533 w 4797018"/>
              <a:gd name="connsiteY97" fmla="*/ 1698098 h 1831428"/>
              <a:gd name="connsiteX98" fmla="*/ 2082356 w 4797018"/>
              <a:gd name="connsiteY98" fmla="*/ 0 h 1831428"/>
              <a:gd name="connsiteX99" fmla="*/ 1989544 w 4797018"/>
              <a:gd name="connsiteY99" fmla="*/ 0 h 1831428"/>
              <a:gd name="connsiteX100" fmla="*/ 2360771 w 4797018"/>
              <a:gd name="connsiteY100" fmla="*/ 0 h 1831428"/>
              <a:gd name="connsiteX101" fmla="*/ 3075708 w 4797018"/>
              <a:gd name="connsiteY101" fmla="*/ 1698098 h 1831428"/>
              <a:gd name="connsiteX102" fmla="*/ 3134639 w 4797018"/>
              <a:gd name="connsiteY102" fmla="*/ 1617898 h 1831428"/>
              <a:gd name="connsiteX103" fmla="*/ 2453592 w 4797018"/>
              <a:gd name="connsiteY103" fmla="*/ 0 h 1831428"/>
              <a:gd name="connsiteX104" fmla="*/ 2360771 w 4797018"/>
              <a:gd name="connsiteY104" fmla="*/ 0 h 1831428"/>
              <a:gd name="connsiteX105" fmla="*/ 1799101 w 4797018"/>
              <a:gd name="connsiteY105" fmla="*/ 1113711 h 1831428"/>
              <a:gd name="connsiteX106" fmla="*/ 1524610 w 4797018"/>
              <a:gd name="connsiteY106" fmla="*/ 1763373 h 1831428"/>
              <a:gd name="connsiteX107" fmla="*/ 1431798 w 4797018"/>
              <a:gd name="connsiteY107" fmla="*/ 1763373 h 1831428"/>
              <a:gd name="connsiteX108" fmla="*/ 2128761 w 4797018"/>
              <a:gd name="connsiteY108" fmla="*/ 110195 h 1831428"/>
              <a:gd name="connsiteX109" fmla="*/ 2512219 w 4797018"/>
              <a:gd name="connsiteY109" fmla="*/ 1020899 h 1831428"/>
              <a:gd name="connsiteX110" fmla="*/ 2605021 w 4797018"/>
              <a:gd name="connsiteY110" fmla="*/ 1020899 h 1831428"/>
              <a:gd name="connsiteX111" fmla="*/ 2175158 w 4797018"/>
              <a:gd name="connsiteY111" fmla="*/ 0 h 1831428"/>
              <a:gd name="connsiteX112" fmla="*/ 2267969 w 4797018"/>
              <a:gd name="connsiteY112" fmla="*/ 0 h 1831428"/>
              <a:gd name="connsiteX113" fmla="*/ 2736895 w 4797018"/>
              <a:gd name="connsiteY113" fmla="*/ 1113701 h 1831428"/>
              <a:gd name="connsiteX114" fmla="*/ 1799101 w 4797018"/>
              <a:gd name="connsiteY114" fmla="*/ 1113701 h 1831428"/>
              <a:gd name="connsiteX115" fmla="*/ 2221802 w 4797018"/>
              <a:gd name="connsiteY115" fmla="*/ 551602 h 1831428"/>
              <a:gd name="connsiteX116" fmla="*/ 2024015 w 4797018"/>
              <a:gd name="connsiteY116" fmla="*/ 1020899 h 1831428"/>
              <a:gd name="connsiteX117" fmla="*/ 2419398 w 4797018"/>
              <a:gd name="connsiteY117" fmla="*/ 1020899 h 1831428"/>
              <a:gd name="connsiteX118" fmla="*/ 2221802 w 4797018"/>
              <a:gd name="connsiteY118" fmla="*/ 551602 h 1831428"/>
              <a:gd name="connsiteX119" fmla="*/ 1838163 w 4797018"/>
              <a:gd name="connsiteY119" fmla="*/ 1020899 h 1831428"/>
              <a:gd name="connsiteX120" fmla="*/ 1931213 w 4797018"/>
              <a:gd name="connsiteY120" fmla="*/ 1020899 h 1831428"/>
              <a:gd name="connsiteX121" fmla="*/ 2175415 w 4797018"/>
              <a:gd name="connsiteY121" fmla="*/ 441436 h 1831428"/>
              <a:gd name="connsiteX122" fmla="*/ 2128942 w 4797018"/>
              <a:gd name="connsiteY122" fmla="*/ 331070 h 1831428"/>
              <a:gd name="connsiteX123" fmla="*/ 1838163 w 4797018"/>
              <a:gd name="connsiteY123" fmla="*/ 1020899 h 1831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4797018" h="1831428">
                <a:moveTo>
                  <a:pt x="0" y="170736"/>
                </a:moveTo>
                <a:lnTo>
                  <a:pt x="92812" y="77924"/>
                </a:lnTo>
                <a:lnTo>
                  <a:pt x="92812" y="1763373"/>
                </a:lnTo>
                <a:lnTo>
                  <a:pt x="0" y="1763373"/>
                </a:lnTo>
                <a:lnTo>
                  <a:pt x="0" y="170736"/>
                </a:lnTo>
                <a:close/>
                <a:moveTo>
                  <a:pt x="278425" y="92812"/>
                </a:moveTo>
                <a:lnTo>
                  <a:pt x="1392136" y="92812"/>
                </a:lnTo>
                <a:lnTo>
                  <a:pt x="1392136" y="0"/>
                </a:lnTo>
                <a:lnTo>
                  <a:pt x="185614" y="0"/>
                </a:lnTo>
                <a:lnTo>
                  <a:pt x="185614" y="1113701"/>
                </a:lnTo>
                <a:lnTo>
                  <a:pt x="1210723" y="1113701"/>
                </a:lnTo>
                <a:lnTo>
                  <a:pt x="1210723" y="1020899"/>
                </a:lnTo>
                <a:lnTo>
                  <a:pt x="278425" y="1020899"/>
                </a:lnTo>
                <a:lnTo>
                  <a:pt x="278425" y="92812"/>
                </a:lnTo>
                <a:close/>
                <a:moveTo>
                  <a:pt x="1350464" y="835285"/>
                </a:moveTo>
                <a:lnTo>
                  <a:pt x="464048" y="835285"/>
                </a:lnTo>
                <a:lnTo>
                  <a:pt x="464048" y="464048"/>
                </a:lnTo>
                <a:lnTo>
                  <a:pt x="1222124" y="464048"/>
                </a:lnTo>
                <a:lnTo>
                  <a:pt x="1314926" y="371237"/>
                </a:lnTo>
                <a:lnTo>
                  <a:pt x="464048" y="371237"/>
                </a:lnTo>
                <a:lnTo>
                  <a:pt x="464048" y="278425"/>
                </a:lnTo>
                <a:lnTo>
                  <a:pt x="1392146" y="278425"/>
                </a:lnTo>
                <a:lnTo>
                  <a:pt x="1392146" y="185614"/>
                </a:lnTo>
                <a:lnTo>
                  <a:pt x="371237" y="185614"/>
                </a:lnTo>
                <a:lnTo>
                  <a:pt x="371237" y="928087"/>
                </a:lnTo>
                <a:lnTo>
                  <a:pt x="1258872" y="928087"/>
                </a:lnTo>
                <a:lnTo>
                  <a:pt x="1350464" y="835285"/>
                </a:lnTo>
                <a:close/>
                <a:moveTo>
                  <a:pt x="185614" y="1763373"/>
                </a:moveTo>
                <a:lnTo>
                  <a:pt x="278425" y="1763373"/>
                </a:lnTo>
                <a:lnTo>
                  <a:pt x="278425" y="1299324"/>
                </a:lnTo>
                <a:lnTo>
                  <a:pt x="371237" y="1299324"/>
                </a:lnTo>
                <a:lnTo>
                  <a:pt x="371237" y="1685449"/>
                </a:lnTo>
                <a:lnTo>
                  <a:pt x="464039" y="1592647"/>
                </a:lnTo>
                <a:lnTo>
                  <a:pt x="464039" y="1299324"/>
                </a:lnTo>
                <a:lnTo>
                  <a:pt x="1210723" y="1299324"/>
                </a:lnTo>
                <a:lnTo>
                  <a:pt x="1210723" y="1206522"/>
                </a:lnTo>
                <a:lnTo>
                  <a:pt x="185614" y="1206522"/>
                </a:lnTo>
                <a:lnTo>
                  <a:pt x="185614" y="1763373"/>
                </a:lnTo>
                <a:close/>
                <a:moveTo>
                  <a:pt x="4704207" y="0"/>
                </a:moveTo>
                <a:lnTo>
                  <a:pt x="4704207" y="1067314"/>
                </a:lnTo>
                <a:cubicBezTo>
                  <a:pt x="4704207" y="1315669"/>
                  <a:pt x="4593393" y="1529039"/>
                  <a:pt x="4334837" y="1692688"/>
                </a:cubicBezTo>
                <a:lnTo>
                  <a:pt x="4332742" y="1689954"/>
                </a:lnTo>
                <a:cubicBezTo>
                  <a:pt x="4502639" y="1555213"/>
                  <a:pt x="4611405" y="1382144"/>
                  <a:pt x="4611405" y="1158564"/>
                </a:cubicBezTo>
                <a:lnTo>
                  <a:pt x="4611405" y="0"/>
                </a:lnTo>
                <a:lnTo>
                  <a:pt x="4518594" y="0"/>
                </a:lnTo>
                <a:lnTo>
                  <a:pt x="4518594" y="1157021"/>
                </a:lnTo>
                <a:cubicBezTo>
                  <a:pt x="4518594" y="1490196"/>
                  <a:pt x="4248512" y="1740170"/>
                  <a:pt x="3915337" y="1740170"/>
                </a:cubicBezTo>
                <a:cubicBezTo>
                  <a:pt x="3582162" y="1740170"/>
                  <a:pt x="3312081" y="1490186"/>
                  <a:pt x="3312081" y="1157021"/>
                </a:cubicBezTo>
                <a:lnTo>
                  <a:pt x="3312081" y="77924"/>
                </a:lnTo>
                <a:lnTo>
                  <a:pt x="3219269" y="170736"/>
                </a:lnTo>
                <a:lnTo>
                  <a:pt x="3219269" y="1158564"/>
                </a:lnTo>
                <a:cubicBezTo>
                  <a:pt x="3219269" y="1542993"/>
                  <a:pt x="3530908" y="1831429"/>
                  <a:pt x="3915337" y="1831429"/>
                </a:cubicBezTo>
                <a:cubicBezTo>
                  <a:pt x="3924233" y="1831429"/>
                  <a:pt x="4008139" y="1831429"/>
                  <a:pt x="4008139" y="1831429"/>
                </a:cubicBezTo>
                <a:cubicBezTo>
                  <a:pt x="4386691" y="1831429"/>
                  <a:pt x="4797019" y="1551870"/>
                  <a:pt x="4797019" y="1068667"/>
                </a:cubicBezTo>
                <a:cubicBezTo>
                  <a:pt x="4797019" y="1068210"/>
                  <a:pt x="4797019" y="0"/>
                  <a:pt x="4797019" y="0"/>
                </a:cubicBezTo>
                <a:lnTo>
                  <a:pt x="4704207" y="0"/>
                </a:lnTo>
                <a:close/>
                <a:moveTo>
                  <a:pt x="3915328" y="1647358"/>
                </a:moveTo>
                <a:cubicBezTo>
                  <a:pt x="4197077" y="1647358"/>
                  <a:pt x="4425515" y="1438694"/>
                  <a:pt x="4425773" y="1157021"/>
                </a:cubicBezTo>
                <a:lnTo>
                  <a:pt x="4425782" y="1157021"/>
                </a:lnTo>
                <a:lnTo>
                  <a:pt x="4425782" y="77924"/>
                </a:lnTo>
                <a:lnTo>
                  <a:pt x="4332970" y="170736"/>
                </a:lnTo>
                <a:lnTo>
                  <a:pt x="4332970" y="1067305"/>
                </a:lnTo>
                <a:cubicBezTo>
                  <a:pt x="4332970" y="1246699"/>
                  <a:pt x="4187533" y="1368933"/>
                  <a:pt x="4008130" y="1368933"/>
                </a:cubicBezTo>
                <a:cubicBezTo>
                  <a:pt x="3828736" y="1368933"/>
                  <a:pt x="3683298" y="1246699"/>
                  <a:pt x="3683298" y="1067305"/>
                </a:cubicBezTo>
                <a:lnTo>
                  <a:pt x="3683289" y="0"/>
                </a:lnTo>
                <a:lnTo>
                  <a:pt x="3590487" y="0"/>
                </a:lnTo>
                <a:lnTo>
                  <a:pt x="3590487" y="1067305"/>
                </a:lnTo>
                <a:cubicBezTo>
                  <a:pt x="3590487" y="1297962"/>
                  <a:pt x="3777472" y="1461745"/>
                  <a:pt x="4008130" y="1461745"/>
                </a:cubicBezTo>
                <a:cubicBezTo>
                  <a:pt x="4102446" y="1461745"/>
                  <a:pt x="4216937" y="1415148"/>
                  <a:pt x="4294699" y="1333129"/>
                </a:cubicBezTo>
                <a:lnTo>
                  <a:pt x="4296785" y="1335862"/>
                </a:lnTo>
                <a:cubicBezTo>
                  <a:pt x="4223881" y="1471070"/>
                  <a:pt x="4089102" y="1554556"/>
                  <a:pt x="3915328" y="1554556"/>
                </a:cubicBezTo>
                <a:cubicBezTo>
                  <a:pt x="3686090" y="1554556"/>
                  <a:pt x="3500009" y="1388593"/>
                  <a:pt x="3497742" y="1160116"/>
                </a:cubicBezTo>
                <a:lnTo>
                  <a:pt x="3497685" y="1160116"/>
                </a:lnTo>
                <a:lnTo>
                  <a:pt x="3497685" y="0"/>
                </a:lnTo>
                <a:lnTo>
                  <a:pt x="3404873" y="0"/>
                </a:lnTo>
                <a:lnTo>
                  <a:pt x="3404873" y="1160107"/>
                </a:lnTo>
                <a:lnTo>
                  <a:pt x="3404921" y="1160107"/>
                </a:lnTo>
                <a:cubicBezTo>
                  <a:pt x="3406855" y="1440218"/>
                  <a:pt x="3634616" y="1647358"/>
                  <a:pt x="3915328" y="1647358"/>
                </a:cubicBezTo>
                <a:close/>
                <a:moveTo>
                  <a:pt x="1852984" y="1206522"/>
                </a:moveTo>
                <a:lnTo>
                  <a:pt x="1618288" y="1763373"/>
                </a:lnTo>
                <a:lnTo>
                  <a:pt x="1711119" y="1763363"/>
                </a:lnTo>
                <a:lnTo>
                  <a:pt x="1711100" y="1763373"/>
                </a:lnTo>
                <a:lnTo>
                  <a:pt x="1711119" y="1763373"/>
                </a:lnTo>
                <a:lnTo>
                  <a:pt x="1828448" y="1484948"/>
                </a:lnTo>
                <a:lnTo>
                  <a:pt x="2614774" y="1484948"/>
                </a:lnTo>
                <a:lnTo>
                  <a:pt x="2732018" y="1763373"/>
                </a:lnTo>
                <a:lnTo>
                  <a:pt x="2824820" y="1763373"/>
                </a:lnTo>
                <a:lnTo>
                  <a:pt x="2668515" y="1392136"/>
                </a:lnTo>
                <a:lnTo>
                  <a:pt x="1867567" y="1392136"/>
                </a:lnTo>
                <a:lnTo>
                  <a:pt x="1906676" y="1299324"/>
                </a:lnTo>
                <a:lnTo>
                  <a:pt x="2722236" y="1299324"/>
                </a:lnTo>
                <a:lnTo>
                  <a:pt x="2917632" y="1763373"/>
                </a:lnTo>
                <a:lnTo>
                  <a:pt x="3010443" y="1763373"/>
                </a:lnTo>
                <a:lnTo>
                  <a:pt x="2775976" y="1206522"/>
                </a:lnTo>
                <a:lnTo>
                  <a:pt x="1852984" y="1206522"/>
                </a:lnTo>
                <a:close/>
                <a:moveTo>
                  <a:pt x="1989544" y="0"/>
                </a:moveTo>
                <a:lnTo>
                  <a:pt x="1307459" y="1617898"/>
                </a:lnTo>
                <a:lnTo>
                  <a:pt x="1366533" y="1698098"/>
                </a:lnTo>
                <a:lnTo>
                  <a:pt x="2082356" y="0"/>
                </a:lnTo>
                <a:lnTo>
                  <a:pt x="1989544" y="0"/>
                </a:lnTo>
                <a:close/>
                <a:moveTo>
                  <a:pt x="2360771" y="0"/>
                </a:moveTo>
                <a:lnTo>
                  <a:pt x="3075708" y="1698098"/>
                </a:lnTo>
                <a:lnTo>
                  <a:pt x="3134639" y="1617898"/>
                </a:lnTo>
                <a:lnTo>
                  <a:pt x="2453592" y="0"/>
                </a:lnTo>
                <a:lnTo>
                  <a:pt x="2360771" y="0"/>
                </a:lnTo>
                <a:close/>
                <a:moveTo>
                  <a:pt x="1799101" y="1113711"/>
                </a:moveTo>
                <a:lnTo>
                  <a:pt x="1524610" y="1763373"/>
                </a:lnTo>
                <a:lnTo>
                  <a:pt x="1431798" y="1763373"/>
                </a:lnTo>
                <a:lnTo>
                  <a:pt x="2128761" y="110195"/>
                </a:lnTo>
                <a:lnTo>
                  <a:pt x="2512219" y="1020899"/>
                </a:lnTo>
                <a:lnTo>
                  <a:pt x="2605021" y="1020899"/>
                </a:lnTo>
                <a:lnTo>
                  <a:pt x="2175158" y="0"/>
                </a:lnTo>
                <a:lnTo>
                  <a:pt x="2267969" y="0"/>
                </a:lnTo>
                <a:lnTo>
                  <a:pt x="2736895" y="1113701"/>
                </a:lnTo>
                <a:lnTo>
                  <a:pt x="1799101" y="1113701"/>
                </a:lnTo>
                <a:close/>
                <a:moveTo>
                  <a:pt x="2221802" y="551602"/>
                </a:moveTo>
                <a:lnTo>
                  <a:pt x="2024015" y="1020899"/>
                </a:lnTo>
                <a:lnTo>
                  <a:pt x="2419398" y="1020899"/>
                </a:lnTo>
                <a:lnTo>
                  <a:pt x="2221802" y="551602"/>
                </a:lnTo>
                <a:close/>
                <a:moveTo>
                  <a:pt x="1838163" y="1020899"/>
                </a:moveTo>
                <a:lnTo>
                  <a:pt x="1931213" y="1020899"/>
                </a:lnTo>
                <a:lnTo>
                  <a:pt x="2175415" y="441436"/>
                </a:lnTo>
                <a:lnTo>
                  <a:pt x="2128942" y="331070"/>
                </a:lnTo>
                <a:lnTo>
                  <a:pt x="1838163" y="1020899"/>
                </a:lnTo>
                <a:close/>
              </a:path>
            </a:pathLst>
          </a:custGeom>
          <a:solidFill>
            <a:srgbClr val="04316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9005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4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55">
          <p15:clr>
            <a:srgbClr val="F26B43"/>
          </p15:clr>
        </p15:guide>
        <p15:guide id="5" orient="horz" pos="187">
          <p15:clr>
            <a:srgbClr val="F26B43"/>
          </p15:clr>
        </p15:guide>
        <p15:guide id="6" orient="horz" pos="799">
          <p15:clr>
            <a:srgbClr val="F26B43"/>
          </p15:clr>
        </p15:guide>
        <p15:guide id="7" orient="horz" pos="1026">
          <p15:clr>
            <a:srgbClr val="F26B43"/>
          </p15:clr>
        </p15:guide>
        <p15:guide id="8" orient="horz" pos="3906">
          <p15:clr>
            <a:srgbClr val="F26B43"/>
          </p15:clr>
        </p15:guide>
        <p15:guide id="9" orient="horz" pos="4178">
          <p15:clr>
            <a:srgbClr val="F26B43"/>
          </p15:clr>
        </p15:guide>
        <p15:guide id="10" pos="3908">
          <p15:clr>
            <a:srgbClr val="F26B43"/>
          </p15:clr>
        </p15:guide>
        <p15:guide id="11" pos="37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02E38F-3580-5D37-6C4F-68237EC35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03160-8459-D24E-8ECF-1768A6C393C2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D8DC3C-0B2B-B866-8A73-D62BA336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2260537-CD3B-BB8F-0F7C-7D763C43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9" y="2258458"/>
            <a:ext cx="4868930" cy="1663547"/>
          </a:xfrm>
        </p:spPr>
        <p:txBody>
          <a:bodyPr/>
          <a:lstStyle/>
          <a:p>
            <a:r>
              <a:rPr lang="en-GB" dirty="0"/>
              <a:t>Food Volume &amp; Calorie Estimation</a:t>
            </a:r>
            <a:endParaRPr lang="en-UA" dirty="0"/>
          </a:p>
        </p:txBody>
      </p:sp>
      <p:sp>
        <p:nvSpPr>
          <p:cNvPr id="21" name="CreditsLeft">
            <a:extLst>
              <a:ext uri="{FF2B5EF4-FFF2-40B4-BE49-F238E27FC236}">
                <a16:creationId xmlns:a16="http://schemas.microsoft.com/office/drawing/2014/main" id="{0034046B-84CA-6F4E-B96F-A4D8846EA821}"/>
              </a:ext>
            </a:extLst>
          </p:cNvPr>
          <p:cNvSpPr txBox="1"/>
          <p:nvPr/>
        </p:nvSpPr>
        <p:spPr>
          <a:xfrm>
            <a:off x="520700" y="5689600"/>
            <a:ext cx="5461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de-DE" sz="1400" b="1" spc="300" dirty="0">
                <a:solidFill>
                  <a:srgbClr val="EBCCB7"/>
                </a:solidFill>
              </a:rPr>
              <a:t>VORGESTELLT VON</a:t>
            </a:r>
          </a:p>
          <a:p>
            <a:pPr>
              <a:spcAft>
                <a:spcPts val="600"/>
              </a:spcAft>
            </a:pPr>
            <a:r>
              <a:rPr lang="de-DE" sz="1400" b="1" spc="300"/>
              <a:t>Lukas Lommer &amp; Polina </a:t>
            </a:r>
            <a:r>
              <a:rPr lang="de-DE" sz="1400" b="1" spc="300" dirty="0"/>
              <a:t>Kochmar</a:t>
            </a:r>
          </a:p>
        </p:txBody>
      </p:sp>
      <p:sp>
        <p:nvSpPr>
          <p:cNvPr id="22" name="CreditsRight">
            <a:extLst>
              <a:ext uri="{FF2B5EF4-FFF2-40B4-BE49-F238E27FC236}">
                <a16:creationId xmlns:a16="http://schemas.microsoft.com/office/drawing/2014/main" id="{8A0C328E-22BA-424A-9A87-13D331286AF6}"/>
              </a:ext>
            </a:extLst>
          </p:cNvPr>
          <p:cNvSpPr txBox="1"/>
          <p:nvPr/>
        </p:nvSpPr>
        <p:spPr>
          <a:xfrm>
            <a:off x="6210300" y="5689600"/>
            <a:ext cx="5461000" cy="762000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 anchorCtr="0">
            <a:noAutofit/>
          </a:bodyPr>
          <a:lstStyle/>
          <a:p>
            <a:pPr algn="r">
              <a:spcAft>
                <a:spcPts val="600"/>
              </a:spcAft>
            </a:pPr>
            <a:r>
              <a:rPr lang="de-DE" sz="1400" b="1" spc="300" dirty="0">
                <a:solidFill>
                  <a:srgbClr val="EBCCB7"/>
                </a:solidFill>
              </a:rPr>
              <a:t>MODELL &amp; PROJEKT</a:t>
            </a:r>
            <a:endParaRPr lang="uk-UA" sz="1400" b="1" spc="300" dirty="0">
              <a:solidFill>
                <a:srgbClr val="EBCCB7"/>
              </a:solidFill>
            </a:endParaRPr>
          </a:p>
          <a:p>
            <a:pPr algn="r">
              <a:spcAft>
                <a:spcPts val="600"/>
              </a:spcAft>
            </a:pPr>
            <a:r>
              <a:rPr lang="de-DE" sz="1400" b="1" dirty="0">
                <a:solidFill>
                  <a:srgbClr val="FFFFFF"/>
                </a:solidFill>
              </a:rPr>
              <a:t>Clemens Dieterich </a:t>
            </a:r>
            <a:r>
              <a:rPr lang="en-US" sz="1400" b="1" dirty="0">
                <a:solidFill>
                  <a:srgbClr val="FFFFFF"/>
                </a:solidFill>
              </a:rPr>
              <a:t>, </a:t>
            </a:r>
            <a:r>
              <a:rPr lang="de-DE" sz="1400" b="1" dirty="0">
                <a:solidFill>
                  <a:srgbClr val="FFFFFF"/>
                </a:solidFill>
              </a:rPr>
              <a:t>Jochen </a:t>
            </a:r>
            <a:r>
              <a:rPr lang="de-DE" sz="1400" b="1" dirty="0" err="1">
                <a:solidFill>
                  <a:srgbClr val="FFFFFF"/>
                </a:solidFill>
              </a:rPr>
              <a:t>Lichtenscheidel</a:t>
            </a:r>
            <a:r>
              <a:rPr lang="de-DE" sz="1400" b="1" dirty="0">
                <a:solidFill>
                  <a:srgbClr val="FFFFFF"/>
                </a:solidFill>
              </a:rPr>
              <a:t> , Nico Gergen</a:t>
            </a:r>
          </a:p>
          <a:p>
            <a:pPr algn="r">
              <a:spcAft>
                <a:spcPts val="600"/>
              </a:spcAft>
            </a:pPr>
            <a:endParaRPr lang="de-DE" sz="1400" b="1" spc="300" dirty="0">
              <a:solidFill>
                <a:srgbClr val="EBCCB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049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6DD6C-C8E2-0611-C2DE-64FC5157F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EF4B6-8A6E-8FFB-486E-9D7BD3B2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 b="1">
                <a:ea typeface="+mn-lt"/>
                <a:cs typeface="+mn-lt"/>
              </a:rPr>
              <a:t>Lukas Lommer &amp; Polina Kochmar</a:t>
            </a:r>
            <a:endParaRPr lang="it-IT">
              <a:ea typeface="+mn-lt"/>
              <a:cs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09E0AA-0791-71FC-24A7-F73C9D6DD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8" name="Shape 23">
            <a:extLst>
              <a:ext uri="{FF2B5EF4-FFF2-40B4-BE49-F238E27FC236}">
                <a16:creationId xmlns:a16="http://schemas.microsoft.com/office/drawing/2014/main" id="{113C65D7-456A-87F0-8F97-6DB8DFB23FA2}"/>
              </a:ext>
            </a:extLst>
          </p:cNvPr>
          <p:cNvSpPr/>
          <p:nvPr/>
        </p:nvSpPr>
        <p:spPr>
          <a:xfrm>
            <a:off x="6810435" y="1571495"/>
            <a:ext cx="3429000" cy="868680"/>
          </a:xfrm>
          <a:prstGeom prst="roundRect">
            <a:avLst>
              <a:gd name="adj" fmla="val 6316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9" name="Shape 24">
            <a:extLst>
              <a:ext uri="{FF2B5EF4-FFF2-40B4-BE49-F238E27FC236}">
                <a16:creationId xmlns:a16="http://schemas.microsoft.com/office/drawing/2014/main" id="{E7B9449B-D3E2-1721-2C5D-9A117F3A66EA}"/>
              </a:ext>
            </a:extLst>
          </p:cNvPr>
          <p:cNvSpPr/>
          <p:nvPr/>
        </p:nvSpPr>
        <p:spPr>
          <a:xfrm>
            <a:off x="6673275" y="1798718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0" name="Text 25">
            <a:extLst>
              <a:ext uri="{FF2B5EF4-FFF2-40B4-BE49-F238E27FC236}">
                <a16:creationId xmlns:a16="http://schemas.microsoft.com/office/drawing/2014/main" id="{6AF8D219-F381-A0C3-DD52-E27844A329DC}"/>
              </a:ext>
            </a:extLst>
          </p:cNvPr>
          <p:cNvSpPr/>
          <p:nvPr/>
        </p:nvSpPr>
        <p:spPr>
          <a:xfrm>
            <a:off x="6673275" y="179871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/>
          </a:p>
        </p:txBody>
      </p:sp>
      <p:sp>
        <p:nvSpPr>
          <p:cNvPr id="11" name="Text 26">
            <a:extLst>
              <a:ext uri="{FF2B5EF4-FFF2-40B4-BE49-F238E27FC236}">
                <a16:creationId xmlns:a16="http://schemas.microsoft.com/office/drawing/2014/main" id="{4E52F58E-3B5D-26EF-2966-496A83BDBA1E}"/>
              </a:ext>
            </a:extLst>
          </p:cNvPr>
          <p:cNvSpPr/>
          <p:nvPr/>
        </p:nvSpPr>
        <p:spPr>
          <a:xfrm>
            <a:off x="7310616" y="1568467"/>
            <a:ext cx="27432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How much food is on the plate?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27">
            <a:extLst>
              <a:ext uri="{FF2B5EF4-FFF2-40B4-BE49-F238E27FC236}">
                <a16:creationId xmlns:a16="http://schemas.microsoft.com/office/drawing/2014/main" id="{3965F69A-0F16-665E-F7F9-FAAF79E9BAE0}"/>
              </a:ext>
            </a:extLst>
          </p:cNvPr>
          <p:cNvSpPr/>
          <p:nvPr/>
        </p:nvSpPr>
        <p:spPr>
          <a:xfrm>
            <a:off x="6810435" y="2668775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3" name="Shape 28">
            <a:extLst>
              <a:ext uri="{FF2B5EF4-FFF2-40B4-BE49-F238E27FC236}">
                <a16:creationId xmlns:a16="http://schemas.microsoft.com/office/drawing/2014/main" id="{6E588C18-3832-79DC-FFFF-C5E82A7137A8}"/>
              </a:ext>
            </a:extLst>
          </p:cNvPr>
          <p:cNvSpPr/>
          <p:nvPr/>
        </p:nvSpPr>
        <p:spPr>
          <a:xfrm>
            <a:off x="6673275" y="2780323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4" name="Text 29">
            <a:extLst>
              <a:ext uri="{FF2B5EF4-FFF2-40B4-BE49-F238E27FC236}">
                <a16:creationId xmlns:a16="http://schemas.microsoft.com/office/drawing/2014/main" id="{EF93AA4C-40B7-C9A4-99E2-B9ADD2005E1C}"/>
              </a:ext>
            </a:extLst>
          </p:cNvPr>
          <p:cNvSpPr/>
          <p:nvPr/>
        </p:nvSpPr>
        <p:spPr>
          <a:xfrm>
            <a:off x="6673275" y="2780323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/>
          </a:p>
        </p:txBody>
      </p:sp>
      <p:sp>
        <p:nvSpPr>
          <p:cNvPr id="15" name="Text 30">
            <a:extLst>
              <a:ext uri="{FF2B5EF4-FFF2-40B4-BE49-F238E27FC236}">
                <a16:creationId xmlns:a16="http://schemas.microsoft.com/office/drawing/2014/main" id="{E4D3E05F-AE8F-4041-247E-F8E464D0F2E1}"/>
              </a:ext>
            </a:extLst>
          </p:cNvPr>
          <p:cNvSpPr/>
          <p:nvPr/>
        </p:nvSpPr>
        <p:spPr>
          <a:xfrm>
            <a:off x="7313355" y="26470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grams?</a:t>
            </a:r>
            <a:endParaRPr lang="en-US" sz="1600"/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26C31CEF-7682-EC9E-3DFE-9B8190370669}"/>
              </a:ext>
            </a:extLst>
          </p:cNvPr>
          <p:cNvSpPr/>
          <p:nvPr/>
        </p:nvSpPr>
        <p:spPr>
          <a:xfrm>
            <a:off x="6810435" y="3583175"/>
            <a:ext cx="3429000" cy="713232"/>
          </a:xfrm>
          <a:prstGeom prst="roundRect">
            <a:avLst>
              <a:gd name="adj" fmla="val 7692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7" name="Shape 32">
            <a:extLst>
              <a:ext uri="{FF2B5EF4-FFF2-40B4-BE49-F238E27FC236}">
                <a16:creationId xmlns:a16="http://schemas.microsoft.com/office/drawing/2014/main" id="{DA1BE85F-2D26-92AD-5E4B-D97EE40D17CE}"/>
              </a:ext>
            </a:extLst>
          </p:cNvPr>
          <p:cNvSpPr/>
          <p:nvPr/>
        </p:nvSpPr>
        <p:spPr>
          <a:xfrm>
            <a:off x="6680566" y="3700726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18" name="Text 33">
            <a:extLst>
              <a:ext uri="{FF2B5EF4-FFF2-40B4-BE49-F238E27FC236}">
                <a16:creationId xmlns:a16="http://schemas.microsoft.com/office/drawing/2014/main" id="{C05BAF46-7EE4-6587-8324-D232E423DCFA}"/>
              </a:ext>
            </a:extLst>
          </p:cNvPr>
          <p:cNvSpPr/>
          <p:nvPr/>
        </p:nvSpPr>
        <p:spPr>
          <a:xfrm>
            <a:off x="6680566" y="370072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/>
          </a:p>
        </p:txBody>
      </p:sp>
      <p:sp>
        <p:nvSpPr>
          <p:cNvPr id="19" name="Text 34">
            <a:extLst>
              <a:ext uri="{FF2B5EF4-FFF2-40B4-BE49-F238E27FC236}">
                <a16:creationId xmlns:a16="http://schemas.microsoft.com/office/drawing/2014/main" id="{FF699A4B-80DA-649C-AA81-24376E3D9237}"/>
              </a:ext>
            </a:extLst>
          </p:cNvPr>
          <p:cNvSpPr/>
          <p:nvPr/>
        </p:nvSpPr>
        <p:spPr>
          <a:xfrm>
            <a:off x="7310616" y="357668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calories?</a:t>
            </a:r>
            <a:endParaRPr lang="en-US" sz="1600"/>
          </a:p>
        </p:txBody>
      </p:sp>
      <p:sp>
        <p:nvSpPr>
          <p:cNvPr id="20" name="Shape 35">
            <a:extLst>
              <a:ext uri="{FF2B5EF4-FFF2-40B4-BE49-F238E27FC236}">
                <a16:creationId xmlns:a16="http://schemas.microsoft.com/office/drawing/2014/main" id="{75365AD0-EF5E-780A-B622-814373E496BE}"/>
              </a:ext>
            </a:extLst>
          </p:cNvPr>
          <p:cNvSpPr/>
          <p:nvPr/>
        </p:nvSpPr>
        <p:spPr>
          <a:xfrm>
            <a:off x="6666018" y="4543295"/>
            <a:ext cx="4589417" cy="7257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23" name="Picture 22" descr="A plate of food with rice and vegetables&#10;&#10;AI-generated content may be incorrect.">
            <a:extLst>
              <a:ext uri="{FF2B5EF4-FFF2-40B4-BE49-F238E27FC236}">
                <a16:creationId xmlns:a16="http://schemas.microsoft.com/office/drawing/2014/main" id="{7BFA330E-B37E-DEED-6EC6-EAD2F3672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" y="1497489"/>
            <a:ext cx="5470973" cy="49116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84EEE8B-9A42-DDFF-89E5-DA278D4866C9}"/>
              </a:ext>
            </a:extLst>
          </p:cNvPr>
          <p:cNvSpPr txBox="1"/>
          <p:nvPr/>
        </p:nvSpPr>
        <p:spPr>
          <a:xfrm>
            <a:off x="518318" y="588199"/>
            <a:ext cx="7622639" cy="51462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</a:pPr>
            <a:r>
              <a:rPr lang="en-GB" sz="3200">
                <a:solidFill>
                  <a:srgbClr val="04316A"/>
                </a:solidFill>
                <a:latin typeface="Calibri"/>
                <a:ea typeface="Calibri"/>
                <a:cs typeface="Calibri"/>
              </a:rPr>
              <a:t>Food Volume &amp; Calorie Estimation </a:t>
            </a:r>
            <a:endParaRPr lang="en-US" sz="3200" i="0" u="none" strike="noStrike" kern="1200" cap="none" spc="0" normalizeH="0" baseline="0" noProof="0">
              <a:ln>
                <a:noFill/>
              </a:ln>
              <a:solidFill>
                <a:srgbClr val="1B3A6B"/>
              </a:solidFill>
              <a:effectLst/>
              <a:uLnTx/>
              <a:uFillTx/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22" name="Shape 31">
            <a:extLst>
              <a:ext uri="{FF2B5EF4-FFF2-40B4-BE49-F238E27FC236}">
                <a16:creationId xmlns:a16="http://schemas.microsoft.com/office/drawing/2014/main" id="{BC18DDAD-FDF7-0015-F03E-411E0430E39D}"/>
              </a:ext>
            </a:extLst>
          </p:cNvPr>
          <p:cNvSpPr/>
          <p:nvPr/>
        </p:nvSpPr>
        <p:spPr>
          <a:xfrm>
            <a:off x="6803177" y="4729803"/>
            <a:ext cx="4445000" cy="713232"/>
          </a:xfrm>
          <a:prstGeom prst="roundRect">
            <a:avLst>
              <a:gd name="adj" fmla="val 7692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32">
            <a:extLst>
              <a:ext uri="{FF2B5EF4-FFF2-40B4-BE49-F238E27FC236}">
                <a16:creationId xmlns:a16="http://schemas.microsoft.com/office/drawing/2014/main" id="{B6C60736-77D8-5D05-D9B9-5F599008F21E}"/>
              </a:ext>
            </a:extLst>
          </p:cNvPr>
          <p:cNvSpPr/>
          <p:nvPr/>
        </p:nvSpPr>
        <p:spPr>
          <a:xfrm>
            <a:off x="6666051" y="4854611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8" name="Text 33">
            <a:extLst>
              <a:ext uri="{FF2B5EF4-FFF2-40B4-BE49-F238E27FC236}">
                <a16:creationId xmlns:a16="http://schemas.microsoft.com/office/drawing/2014/main" id="{00DEFDBF-9809-664C-6FDA-9C93FB57348B}"/>
              </a:ext>
            </a:extLst>
          </p:cNvPr>
          <p:cNvSpPr/>
          <p:nvPr/>
        </p:nvSpPr>
        <p:spPr>
          <a:xfrm>
            <a:off x="6666051" y="4854611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 34">
            <a:extLst>
              <a:ext uri="{FF2B5EF4-FFF2-40B4-BE49-F238E27FC236}">
                <a16:creationId xmlns:a16="http://schemas.microsoft.com/office/drawing/2014/main" id="{64389956-7062-1E88-375F-116E904FA95A}"/>
              </a:ext>
            </a:extLst>
          </p:cNvPr>
          <p:cNvSpPr/>
          <p:nvPr/>
        </p:nvSpPr>
        <p:spPr>
          <a:xfrm>
            <a:off x="7310615" y="4730565"/>
            <a:ext cx="38462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Estimate food amount and calories from plate images</a:t>
            </a:r>
          </a:p>
        </p:txBody>
      </p:sp>
      <p:pic>
        <p:nvPicPr>
          <p:cNvPr id="30" name="Graphic 29" descr="Volltreffer mit einfarbiger Füllung">
            <a:extLst>
              <a:ext uri="{FF2B5EF4-FFF2-40B4-BE49-F238E27FC236}">
                <a16:creationId xmlns:a16="http://schemas.microsoft.com/office/drawing/2014/main" id="{92FB02F9-F79F-D3AE-1984-CAA0B9CC11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0115" y="4887685"/>
            <a:ext cx="420915" cy="420915"/>
          </a:xfrm>
          <a:prstGeom prst="rect">
            <a:avLst/>
          </a:prstGeom>
        </p:spPr>
      </p:pic>
      <p:sp>
        <p:nvSpPr>
          <p:cNvPr id="31" name="Shape 31">
            <a:extLst>
              <a:ext uri="{FF2B5EF4-FFF2-40B4-BE49-F238E27FC236}">
                <a16:creationId xmlns:a16="http://schemas.microsoft.com/office/drawing/2014/main" id="{2DCAC2A3-9ACC-1D8F-6041-616F40C5204A}"/>
              </a:ext>
            </a:extLst>
          </p:cNvPr>
          <p:cNvSpPr/>
          <p:nvPr/>
        </p:nvSpPr>
        <p:spPr>
          <a:xfrm>
            <a:off x="6810433" y="5586144"/>
            <a:ext cx="4445000" cy="713232"/>
          </a:xfrm>
          <a:prstGeom prst="roundRect">
            <a:avLst>
              <a:gd name="adj" fmla="val 7692"/>
            </a:avLst>
          </a:prstGeom>
          <a:solidFill>
            <a:srgbClr val="EEF0F4"/>
          </a:solidFill>
          <a:ln w="6350">
            <a:solidFill>
              <a:srgbClr val="E0E3E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0AEF7F8F-CC12-BC03-6A4F-13F6DF3101D8}"/>
              </a:ext>
            </a:extLst>
          </p:cNvPr>
          <p:cNvSpPr/>
          <p:nvPr/>
        </p:nvSpPr>
        <p:spPr>
          <a:xfrm>
            <a:off x="6673307" y="5710952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A" dirty="0"/>
          </a:p>
        </p:txBody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D448FF7F-AEC2-3632-D1B6-F219DF3B4679}"/>
              </a:ext>
            </a:extLst>
          </p:cNvPr>
          <p:cNvSpPr/>
          <p:nvPr/>
        </p:nvSpPr>
        <p:spPr>
          <a:xfrm>
            <a:off x="6673307" y="571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23565453-6815-93A8-BC6E-A40B665C3E72}"/>
              </a:ext>
            </a:extLst>
          </p:cNvPr>
          <p:cNvSpPr/>
          <p:nvPr/>
        </p:nvSpPr>
        <p:spPr>
          <a:xfrm>
            <a:off x="7317871" y="5586906"/>
            <a:ext cx="384628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Volume | Grams | Kcal estimation</a:t>
            </a:r>
          </a:p>
        </p:txBody>
      </p:sp>
      <p:pic>
        <p:nvPicPr>
          <p:cNvPr id="2" name="Image 2" descr="Chevronpfeile mit einfarbiger Füllung">
            <a:extLst>
              <a:ext uri="{FF2B5EF4-FFF2-40B4-BE49-F238E27FC236}">
                <a16:creationId xmlns:a16="http://schemas.microsoft.com/office/drawing/2014/main" id="{F2DCAE64-5735-D099-10BD-3218C2F247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5913" y="5794240"/>
            <a:ext cx="352226" cy="35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45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3F0B-75E8-6D84-8717-F782AB044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775597"/>
          </a:xfrm>
        </p:spPr>
        <p:txBody>
          <a:bodyPr/>
          <a:lstStyle/>
          <a:p>
            <a:r>
              <a:rPr lang="en-US" sz="3200" dirty="0">
                <a:solidFill>
                  <a:srgbClr val="13265A"/>
                </a:solidFill>
                <a:latin typeface="Calibri"/>
                <a:ea typeface="Calibri"/>
                <a:cs typeface="Calibri"/>
              </a:rPr>
              <a:t>Input Data &amp; Challenge</a:t>
            </a:r>
            <a:r>
              <a:rPr lang="en-US" sz="3200" b="1" dirty="0">
                <a:solidFill>
                  <a:srgbClr val="13265A"/>
                </a:solidFill>
                <a:latin typeface="Calibri"/>
                <a:ea typeface="Calibri"/>
                <a:cs typeface="Calibri"/>
              </a:rPr>
              <a:t> </a:t>
            </a:r>
            <a:br>
              <a:rPr lang="en-US" sz="2400" dirty="0"/>
            </a:br>
            <a:endParaRPr lang="en-U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73DB86-2C66-C55F-A127-90A757100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58034" y="6588946"/>
            <a:ext cx="849593" cy="123111"/>
          </a:xfrm>
        </p:spPr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5608F-B674-CEC8-A6BF-BF0B7192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2782" y="6588946"/>
            <a:ext cx="193964" cy="123111"/>
          </a:xfrm>
        </p:spPr>
        <p:txBody>
          <a:bodyPr/>
          <a:lstStyle/>
          <a:p>
            <a:fld id="{D949F9DF-37BD-4CD6-BF49-65BA579E1D7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DCDDC9F-DB52-3B9F-6D5C-E7B9AB033C33}"/>
              </a:ext>
            </a:extLst>
          </p:cNvPr>
          <p:cNvSpPr/>
          <p:nvPr/>
        </p:nvSpPr>
        <p:spPr>
          <a:xfrm>
            <a:off x="765137" y="3953317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+ Side</a:t>
            </a:r>
            <a:endParaRPr lang="en-US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7C168B17-E913-C792-4AF2-9E39445BB416}"/>
              </a:ext>
            </a:extLst>
          </p:cNvPr>
          <p:cNvSpPr/>
          <p:nvPr/>
        </p:nvSpPr>
        <p:spPr>
          <a:xfrm>
            <a:off x="1501420" y="4542907"/>
            <a:ext cx="1441526" cy="1387736"/>
          </a:xfrm>
          <a:prstGeom prst="rect">
            <a:avLst/>
          </a:prstGeom>
          <a:solidFill>
            <a:srgbClr val="FFFFFF"/>
          </a:solidFill>
          <a:ln w="19050">
            <a:solidFill>
              <a:srgbClr val="1326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2" name="Image 0">
            <a:extLst>
              <a:ext uri="{FF2B5EF4-FFF2-40B4-BE49-F238E27FC236}">
                <a16:creationId xmlns:a16="http://schemas.microsoft.com/office/drawing/2014/main" id="{C526B55D-6AF6-0B63-E74C-D398D880F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304" y="4529854"/>
            <a:ext cx="91437874" cy="68854766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543E38D3-5B17-3C76-10FE-E37CE763D2D3}"/>
              </a:ext>
            </a:extLst>
          </p:cNvPr>
          <p:cNvSpPr/>
          <p:nvPr/>
        </p:nvSpPr>
        <p:spPr>
          <a:xfrm>
            <a:off x="3326803" y="4540194"/>
            <a:ext cx="1441526" cy="1397516"/>
          </a:xfrm>
          <a:prstGeom prst="rect">
            <a:avLst/>
          </a:prstGeom>
          <a:solidFill>
            <a:srgbClr val="FFFFFF"/>
          </a:solidFill>
          <a:ln w="19050">
            <a:solidFill>
              <a:srgbClr val="1326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7A9EB359-566B-9ECF-4DE6-B1E35F67D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095" y="4540194"/>
            <a:ext cx="1389765" cy="1089434"/>
          </a:xfrm>
          <a:prstGeom prst="rect">
            <a:avLst/>
          </a:prstGeom>
        </p:spPr>
      </p:pic>
      <p:sp>
        <p:nvSpPr>
          <p:cNvPr id="21" name="Text 13">
            <a:extLst>
              <a:ext uri="{FF2B5EF4-FFF2-40B4-BE49-F238E27FC236}">
                <a16:creationId xmlns:a16="http://schemas.microsoft.com/office/drawing/2014/main" id="{393F6A86-872D-3C1C-21A2-80E9150F5421}"/>
              </a:ext>
            </a:extLst>
          </p:cNvPr>
          <p:cNvSpPr/>
          <p:nvPr/>
        </p:nvSpPr>
        <p:spPr>
          <a:xfrm>
            <a:off x="6832005" y="3953317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Top </a:t>
            </a:r>
            <a:endParaRPr lang="en-US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7FCE61D5-C930-7084-3E01-20269FA8A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277" y="5971769"/>
            <a:ext cx="228600" cy="228600"/>
          </a:xfrm>
          <a:prstGeom prst="rect">
            <a:avLst/>
          </a:prstGeom>
        </p:spPr>
      </p:pic>
      <p:sp>
        <p:nvSpPr>
          <p:cNvPr id="29" name="Text 16">
            <a:extLst>
              <a:ext uri="{FF2B5EF4-FFF2-40B4-BE49-F238E27FC236}">
                <a16:creationId xmlns:a16="http://schemas.microsoft.com/office/drawing/2014/main" id="{63DC5AFA-989B-6F95-7DCC-B2F5F1BCA7C0}"/>
              </a:ext>
            </a:extLst>
          </p:cNvPr>
          <p:cNvSpPr/>
          <p:nvPr/>
        </p:nvSpPr>
        <p:spPr>
          <a:xfrm>
            <a:off x="1245197" y="6246089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volume estimation (ml)</a:t>
            </a:r>
            <a:endParaRPr lang="en-US" sz="13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D0E8AB36-03A6-D02D-FF76-D4E7AB573E08}"/>
              </a:ext>
            </a:extLst>
          </p:cNvPr>
          <p:cNvSpPr/>
          <p:nvPr/>
        </p:nvSpPr>
        <p:spPr>
          <a:xfrm>
            <a:off x="8214362" y="4483280"/>
            <a:ext cx="1441526" cy="1387736"/>
          </a:xfrm>
          <a:prstGeom prst="rect">
            <a:avLst/>
          </a:prstGeom>
          <a:solidFill>
            <a:srgbClr val="FFFFFF"/>
          </a:solidFill>
          <a:ln w="19050">
            <a:solidFill>
              <a:srgbClr val="13265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31" name="Image 0" descr="preencoded.png">
            <a:extLst>
              <a:ext uri="{FF2B5EF4-FFF2-40B4-BE49-F238E27FC236}">
                <a16:creationId xmlns:a16="http://schemas.microsoft.com/office/drawing/2014/main" id="{F4675959-B25C-E0B4-5197-4B9D9E7BE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508" y="4480568"/>
            <a:ext cx="1330821" cy="1330821"/>
          </a:xfrm>
          <a:prstGeom prst="rect">
            <a:avLst/>
          </a:prstGeom>
        </p:spPr>
      </p:pic>
      <p:pic>
        <p:nvPicPr>
          <p:cNvPr id="32" name="Image 4" descr="preencoded.png">
            <a:extLst>
              <a:ext uri="{FF2B5EF4-FFF2-40B4-BE49-F238E27FC236}">
                <a16:creationId xmlns:a16="http://schemas.microsoft.com/office/drawing/2014/main" id="{585F7917-53A8-32D5-9F94-8D0264A87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0405" y="5914855"/>
            <a:ext cx="228600" cy="228600"/>
          </a:xfrm>
          <a:prstGeom prst="rect">
            <a:avLst/>
          </a:prstGeom>
        </p:spPr>
      </p:pic>
      <p:sp>
        <p:nvSpPr>
          <p:cNvPr id="33" name="Text 17">
            <a:extLst>
              <a:ext uri="{FF2B5EF4-FFF2-40B4-BE49-F238E27FC236}">
                <a16:creationId xmlns:a16="http://schemas.microsoft.com/office/drawing/2014/main" id="{059969FA-39C3-8D80-5C7D-6EBF9E5CD577}"/>
              </a:ext>
            </a:extLst>
          </p:cNvPr>
          <p:cNvSpPr/>
          <p:nvPr/>
        </p:nvSpPr>
        <p:spPr>
          <a:xfrm>
            <a:off x="7106325" y="621277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Grams fallback — no real volume</a:t>
            </a:r>
            <a:endParaRPr lang="en-US" sz="130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FEFD84E0-64E4-CDA6-B32E-EB1D34A4D3EB}"/>
              </a:ext>
            </a:extLst>
          </p:cNvPr>
          <p:cNvSpPr/>
          <p:nvPr/>
        </p:nvSpPr>
        <p:spPr>
          <a:xfrm>
            <a:off x="677060" y="1317570"/>
            <a:ext cx="1024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estimation depends on image perspective and available visual information.</a:t>
            </a:r>
            <a:endParaRPr lang="en-US" sz="1400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A080065C-C7A1-9B45-6135-AF3C9B46F569}"/>
              </a:ext>
            </a:extLst>
          </p:cNvPr>
          <p:cNvSpPr/>
          <p:nvPr/>
        </p:nvSpPr>
        <p:spPr>
          <a:xfrm>
            <a:off x="955415" y="1817798"/>
            <a:ext cx="487187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BA40AEF7-40F3-DEF8-7F88-A473224BA9D4}"/>
              </a:ext>
            </a:extLst>
          </p:cNvPr>
          <p:cNvSpPr/>
          <p:nvPr/>
        </p:nvSpPr>
        <p:spPr>
          <a:xfrm>
            <a:off x="1552465" y="2046398"/>
            <a:ext cx="548640" cy="54864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0AA22483-689E-3BCB-C58D-BCD1717A1A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9625" y="2183558"/>
            <a:ext cx="274320" cy="274320"/>
          </a:xfrm>
          <a:prstGeom prst="rect">
            <a:avLst/>
          </a:prstGeom>
        </p:spPr>
      </p:pic>
      <p:sp>
        <p:nvSpPr>
          <p:cNvPr id="38" name="Text 6">
            <a:extLst>
              <a:ext uri="{FF2B5EF4-FFF2-40B4-BE49-F238E27FC236}">
                <a16:creationId xmlns:a16="http://schemas.microsoft.com/office/drawing/2014/main" id="{9BB0E352-F9D8-ED9C-2FDD-1AD8E5EB9A34}"/>
              </a:ext>
            </a:extLst>
          </p:cNvPr>
          <p:cNvSpPr/>
          <p:nvPr/>
        </p:nvSpPr>
        <p:spPr>
          <a:xfrm>
            <a:off x="2283985" y="201896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Image</a:t>
            </a:r>
            <a:endParaRPr lang="en-US" sz="1800" dirty="0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F9FE7CA5-F818-CBFC-58B2-2E3C11FD584E}"/>
              </a:ext>
            </a:extLst>
          </p:cNvPr>
          <p:cNvSpPr/>
          <p:nvPr/>
        </p:nvSpPr>
        <p:spPr>
          <a:xfrm>
            <a:off x="1552465" y="259503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Visible: food area on the plate — shape and footprint of each item.</a:t>
            </a:r>
            <a:endParaRPr lang="en-US" sz="130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F175085F-6F91-5EF8-EC84-EDBE7C292EF3}"/>
              </a:ext>
            </a:extLst>
          </p:cNvPr>
          <p:cNvSpPr/>
          <p:nvPr/>
        </p:nvSpPr>
        <p:spPr>
          <a:xfrm>
            <a:off x="6499190" y="1826447"/>
            <a:ext cx="487187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90FEF8DF-125E-1C18-BA54-991C385D8299}"/>
              </a:ext>
            </a:extLst>
          </p:cNvPr>
          <p:cNvSpPr/>
          <p:nvPr/>
        </p:nvSpPr>
        <p:spPr>
          <a:xfrm>
            <a:off x="6727791" y="2055047"/>
            <a:ext cx="548640" cy="54864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2" name="Image 1" descr="preencoded.png">
            <a:extLst>
              <a:ext uri="{FF2B5EF4-FFF2-40B4-BE49-F238E27FC236}">
                <a16:creationId xmlns:a16="http://schemas.microsoft.com/office/drawing/2014/main" id="{711E5003-4B35-AE65-0D97-2DEA1CE028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4951" y="2192207"/>
            <a:ext cx="274320" cy="274320"/>
          </a:xfrm>
          <a:prstGeom prst="rect">
            <a:avLst/>
          </a:prstGeom>
        </p:spPr>
      </p:pic>
      <p:sp>
        <p:nvSpPr>
          <p:cNvPr id="43" name="Text 10">
            <a:extLst>
              <a:ext uri="{FF2B5EF4-FFF2-40B4-BE49-F238E27FC236}">
                <a16:creationId xmlns:a16="http://schemas.microsoft.com/office/drawing/2014/main" id="{44E2E00F-ED58-E8F8-8A85-1E1E1F006944}"/>
              </a:ext>
            </a:extLst>
          </p:cNvPr>
          <p:cNvSpPr/>
          <p:nvPr/>
        </p:nvSpPr>
        <p:spPr>
          <a:xfrm>
            <a:off x="7459311" y="2027615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Image</a:t>
            </a:r>
            <a:endParaRPr lang="en-US" sz="18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FEB526AD-BE01-834C-90C0-B648321791F0}"/>
              </a:ext>
            </a:extLst>
          </p:cNvPr>
          <p:cNvSpPr/>
          <p:nvPr/>
        </p:nvSpPr>
        <p:spPr>
          <a:xfrm>
            <a:off x="6727791" y="2603687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Visible: food height and profile — key input for real 3D volume.</a:t>
            </a:r>
            <a:endParaRPr lang="en-US" sz="1300" dirty="0"/>
          </a:p>
        </p:txBody>
      </p:sp>
      <p:sp>
        <p:nvSpPr>
          <p:cNvPr id="45" name="Shape 12">
            <a:extLst>
              <a:ext uri="{FF2B5EF4-FFF2-40B4-BE49-F238E27FC236}">
                <a16:creationId xmlns:a16="http://schemas.microsoft.com/office/drawing/2014/main" id="{F8151E69-CCAA-5E8C-9444-CE96BA325BD0}"/>
              </a:ext>
            </a:extLst>
          </p:cNvPr>
          <p:cNvSpPr/>
          <p:nvPr/>
        </p:nvSpPr>
        <p:spPr>
          <a:xfrm>
            <a:off x="765137" y="3349813"/>
            <a:ext cx="10910926" cy="548640"/>
          </a:xfrm>
          <a:prstGeom prst="roundRect">
            <a:avLst>
              <a:gd name="adj" fmla="val 10000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6" name="Image 2" descr="preencoded.png">
            <a:extLst>
              <a:ext uri="{FF2B5EF4-FFF2-40B4-BE49-F238E27FC236}">
                <a16:creationId xmlns:a16="http://schemas.microsoft.com/office/drawing/2014/main" id="{9B582793-AA9F-F635-D735-8F9581EBE9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301" y="3468685"/>
            <a:ext cx="310896" cy="310896"/>
          </a:xfrm>
          <a:prstGeom prst="rect">
            <a:avLst/>
          </a:prstGeom>
        </p:spPr>
      </p:pic>
      <p:sp>
        <p:nvSpPr>
          <p:cNvPr id="47" name="Text 13">
            <a:extLst>
              <a:ext uri="{FF2B5EF4-FFF2-40B4-BE49-F238E27FC236}">
                <a16:creationId xmlns:a16="http://schemas.microsoft.com/office/drawing/2014/main" id="{8DDFA8B1-0051-DEB9-AEC6-05DA75DBB35B}"/>
              </a:ext>
            </a:extLst>
          </p:cNvPr>
          <p:cNvSpPr/>
          <p:nvPr/>
        </p:nvSpPr>
        <p:spPr>
          <a:xfrm>
            <a:off x="1414361" y="3422965"/>
            <a:ext cx="85203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side image: </a:t>
            </a:r>
            <a:r>
              <a:rPr lang="en-US" sz="1400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real volume — only a grams-based fallback is possible.</a:t>
            </a:r>
            <a:endParaRPr lang="en-US" sz="1400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859EEB65-A04B-01F8-4721-4A7841A6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 b="1">
                <a:ea typeface="+mn-lt"/>
                <a:cs typeface="+mn-lt"/>
              </a:rPr>
              <a:t>Lukas Lommer &amp; Polina Kochmar</a:t>
            </a:r>
            <a:endParaRPr lang="it-IT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581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8266-3258-70E9-44EE-2D28B48D4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1107996"/>
          </a:xfrm>
        </p:spPr>
        <p:txBody>
          <a:bodyPr/>
          <a:lstStyle/>
          <a:p>
            <a:r>
              <a:rPr lang="en-US" sz="32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Pipeline</a:t>
            </a:r>
            <a:br>
              <a:rPr lang="en-US" sz="3200" dirty="0"/>
            </a:br>
            <a:br>
              <a:rPr lang="en-US" sz="2400" dirty="0"/>
            </a:br>
            <a:endParaRPr lang="en-US" dirty="0">
              <a:cs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CC617B-7052-CE1C-DA49-AF61B9E16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BD00A-53AE-9302-F448-ABE4EDF70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164AA7B-BF5F-2E9A-B9A2-40843F04607C}"/>
              </a:ext>
            </a:extLst>
          </p:cNvPr>
          <p:cNvSpPr/>
          <p:nvPr/>
        </p:nvSpPr>
        <p:spPr>
          <a:xfrm>
            <a:off x="365477" y="2159115"/>
            <a:ext cx="1544146" cy="302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60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BACFC125-AA9F-7EB4-C342-A9A78B239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54" y="2670377"/>
            <a:ext cx="904887" cy="904887"/>
          </a:xfrm>
          <a:prstGeom prst="rect">
            <a:avLst/>
          </a:prstGeom>
        </p:spPr>
      </p:pic>
      <p:sp>
        <p:nvSpPr>
          <p:cNvPr id="12" name="Shape 5">
            <a:extLst>
              <a:ext uri="{FF2B5EF4-FFF2-40B4-BE49-F238E27FC236}">
                <a16:creationId xmlns:a16="http://schemas.microsoft.com/office/drawing/2014/main" id="{F1C87FC6-2F02-E626-F2EA-845672C8D8ED}"/>
              </a:ext>
            </a:extLst>
          </p:cNvPr>
          <p:cNvSpPr/>
          <p:nvPr/>
        </p:nvSpPr>
        <p:spPr>
          <a:xfrm>
            <a:off x="1795323" y="3208050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5F45155-1C1A-0A84-5C1B-BCF32B52364B}"/>
              </a:ext>
            </a:extLst>
          </p:cNvPr>
          <p:cNvSpPr/>
          <p:nvPr/>
        </p:nvSpPr>
        <p:spPr>
          <a:xfrm>
            <a:off x="2135511" y="2096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6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640E1592-EF34-2D41-EE59-A1C224DBB624}"/>
              </a:ext>
            </a:extLst>
          </p:cNvPr>
          <p:cNvSpPr/>
          <p:nvPr/>
        </p:nvSpPr>
        <p:spPr>
          <a:xfrm>
            <a:off x="3987370" y="3174164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A85E562-EEAB-D8FC-8AF7-4B2AAD25F151}"/>
              </a:ext>
            </a:extLst>
          </p:cNvPr>
          <p:cNvSpPr/>
          <p:nvPr/>
        </p:nvSpPr>
        <p:spPr>
          <a:xfrm>
            <a:off x="4266375" y="21027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Recognition</a:t>
            </a:r>
            <a:endParaRPr lang="en-US" sz="1600" dirty="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49ADCDA8-EBAB-CF0A-BE4C-52FD88613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497" y="2755611"/>
            <a:ext cx="904877" cy="904877"/>
          </a:xfrm>
          <a:prstGeom prst="rect">
            <a:avLst/>
          </a:prstGeom>
        </p:spPr>
      </p:pic>
      <p:sp>
        <p:nvSpPr>
          <p:cNvPr id="19" name="Shape 10">
            <a:extLst>
              <a:ext uri="{FF2B5EF4-FFF2-40B4-BE49-F238E27FC236}">
                <a16:creationId xmlns:a16="http://schemas.microsoft.com/office/drawing/2014/main" id="{02B503AC-29E2-71AE-6009-7A4790681054}"/>
              </a:ext>
            </a:extLst>
          </p:cNvPr>
          <p:cNvSpPr/>
          <p:nvPr/>
        </p:nvSpPr>
        <p:spPr>
          <a:xfrm>
            <a:off x="8027811" y="3187742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1C408653-9BB9-C2AA-BBF9-9751CAB0F4F9}"/>
              </a:ext>
            </a:extLst>
          </p:cNvPr>
          <p:cNvSpPr/>
          <p:nvPr/>
        </p:nvSpPr>
        <p:spPr>
          <a:xfrm>
            <a:off x="8168050" y="2163895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/ Grams</a:t>
            </a:r>
            <a:endParaRPr lang="en-US" sz="1600" dirty="0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B7544DBD-812F-1AC2-2D1D-E9FCC8811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9984" y="2545212"/>
            <a:ext cx="1232452" cy="1232452"/>
          </a:xfrm>
          <a:prstGeom prst="rect">
            <a:avLst/>
          </a:prstGeom>
        </p:spPr>
      </p:pic>
      <p:sp>
        <p:nvSpPr>
          <p:cNvPr id="22" name="Shape 12">
            <a:extLst>
              <a:ext uri="{FF2B5EF4-FFF2-40B4-BE49-F238E27FC236}">
                <a16:creationId xmlns:a16="http://schemas.microsoft.com/office/drawing/2014/main" id="{2EFD002F-023E-59A0-5F4D-B576E94A1E97}"/>
              </a:ext>
            </a:extLst>
          </p:cNvPr>
          <p:cNvSpPr/>
          <p:nvPr/>
        </p:nvSpPr>
        <p:spPr>
          <a:xfrm>
            <a:off x="10156870" y="3197021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pic>
        <p:nvPicPr>
          <p:cNvPr id="23" name="Image 4" descr="preencoded.png">
            <a:extLst>
              <a:ext uri="{FF2B5EF4-FFF2-40B4-BE49-F238E27FC236}">
                <a16:creationId xmlns:a16="http://schemas.microsoft.com/office/drawing/2014/main" id="{1FB9D44C-A62A-D956-7E36-C2E9548FF5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4476" y="2797482"/>
            <a:ext cx="821135" cy="821135"/>
          </a:xfrm>
          <a:prstGeom prst="rect">
            <a:avLst/>
          </a:prstGeom>
        </p:spPr>
      </p:pic>
      <p:sp>
        <p:nvSpPr>
          <p:cNvPr id="25" name="Text 13">
            <a:extLst>
              <a:ext uri="{FF2B5EF4-FFF2-40B4-BE49-F238E27FC236}">
                <a16:creationId xmlns:a16="http://schemas.microsoft.com/office/drawing/2014/main" id="{A85E29C9-E1DD-2C0C-0041-1C126E97C53B}"/>
              </a:ext>
            </a:extLst>
          </p:cNvPr>
          <p:cNvSpPr/>
          <p:nvPr/>
        </p:nvSpPr>
        <p:spPr>
          <a:xfrm>
            <a:off x="10124824" y="2163895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Calories</a:t>
            </a:r>
            <a:endParaRPr lang="en-US" sz="1600" dirty="0"/>
          </a:p>
        </p:txBody>
      </p:sp>
      <p:pic>
        <p:nvPicPr>
          <p:cNvPr id="33" name="Picture 32" descr="A plate of food with chicken and rice&#10;&#10;AI-generated content may be incorrect.">
            <a:extLst>
              <a:ext uri="{FF2B5EF4-FFF2-40B4-BE49-F238E27FC236}">
                <a16:creationId xmlns:a16="http://schemas.microsoft.com/office/drawing/2014/main" id="{F3FA6971-0682-1514-B459-AFD9BA0D9E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465" y="2619503"/>
            <a:ext cx="1112861" cy="1109323"/>
          </a:xfrm>
          <a:prstGeom prst="rect">
            <a:avLst/>
          </a:prstGeom>
        </p:spPr>
      </p:pic>
      <p:sp>
        <p:nvSpPr>
          <p:cNvPr id="34" name="Text 3">
            <a:extLst>
              <a:ext uri="{FF2B5EF4-FFF2-40B4-BE49-F238E27FC236}">
                <a16:creationId xmlns:a16="http://schemas.microsoft.com/office/drawing/2014/main" id="{D2A82399-3E07-C1F5-B846-886C5EE6CA5C}"/>
              </a:ext>
            </a:extLst>
          </p:cNvPr>
          <p:cNvSpPr/>
          <p:nvPr/>
        </p:nvSpPr>
        <p:spPr>
          <a:xfrm>
            <a:off x="518318" y="1406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are transformed into model-ready features before estimation.</a:t>
            </a:r>
            <a:endParaRPr lang="en-US" sz="14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C1B2D476-35D1-EE8F-A042-19C9377AB530}"/>
              </a:ext>
            </a:extLst>
          </p:cNvPr>
          <p:cNvSpPr/>
          <p:nvPr/>
        </p:nvSpPr>
        <p:spPr>
          <a:xfrm>
            <a:off x="6778501" y="2755611"/>
            <a:ext cx="904876" cy="904877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8" name="Image 3" descr="preencoded.png">
            <a:extLst>
              <a:ext uri="{FF2B5EF4-FFF2-40B4-BE49-F238E27FC236}">
                <a16:creationId xmlns:a16="http://schemas.microsoft.com/office/drawing/2014/main" id="{C9372B4D-73D7-18A3-3B24-8D88004445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7475" y="2924585"/>
            <a:ext cx="566928" cy="566928"/>
          </a:xfrm>
          <a:prstGeom prst="rect">
            <a:avLst/>
          </a:prstGeom>
        </p:spPr>
      </p:pic>
      <p:sp>
        <p:nvSpPr>
          <p:cNvPr id="39" name="Shape 10">
            <a:extLst>
              <a:ext uri="{FF2B5EF4-FFF2-40B4-BE49-F238E27FC236}">
                <a16:creationId xmlns:a16="http://schemas.microsoft.com/office/drawing/2014/main" id="{B74A4EA3-EBDB-BCF1-D727-E96343BA9A7C}"/>
              </a:ext>
            </a:extLst>
          </p:cNvPr>
          <p:cNvSpPr/>
          <p:nvPr/>
        </p:nvSpPr>
        <p:spPr>
          <a:xfrm>
            <a:off x="5938370" y="3192032"/>
            <a:ext cx="228600" cy="0"/>
          </a:xfrm>
          <a:prstGeom prst="line">
            <a:avLst/>
          </a:prstGeom>
          <a:noFill/>
          <a:ln w="19050">
            <a:solidFill>
              <a:srgbClr val="13265A"/>
            </a:solidFill>
            <a:prstDash val="solid"/>
            <a:tailEnd type="triangle"/>
          </a:ln>
        </p:spPr>
        <p:txBody>
          <a:bodyPr/>
          <a:lstStyle/>
          <a:p>
            <a:endParaRPr lang="en-UA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78B94E10-B406-9BCA-4ABD-6E0DE1F07029}"/>
              </a:ext>
            </a:extLst>
          </p:cNvPr>
          <p:cNvSpPr/>
          <p:nvPr/>
        </p:nvSpPr>
        <p:spPr>
          <a:xfrm>
            <a:off x="6537252" y="2136983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600" dirty="0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E2B0B7A8-FBD7-00F5-59F0-11A0D297DA15}"/>
              </a:ext>
            </a:extLst>
          </p:cNvPr>
          <p:cNvSpPr/>
          <p:nvPr/>
        </p:nvSpPr>
        <p:spPr>
          <a:xfrm>
            <a:off x="586027" y="392864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Components</a:t>
            </a:r>
            <a:endParaRPr lang="en-US" sz="160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3502FBA9-6395-F6E0-6378-31A547498827}"/>
              </a:ext>
            </a:extLst>
          </p:cNvPr>
          <p:cNvSpPr/>
          <p:nvPr/>
        </p:nvSpPr>
        <p:spPr>
          <a:xfrm>
            <a:off x="1168608" y="4532003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669C2598-8E3E-A725-E4BE-A43FFEAC7B81}"/>
              </a:ext>
            </a:extLst>
          </p:cNvPr>
          <p:cNvSpPr/>
          <p:nvPr/>
        </p:nvSpPr>
        <p:spPr>
          <a:xfrm>
            <a:off x="1369776" y="4733171"/>
            <a:ext cx="502920" cy="50292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4" name="Image 6" descr="preencoded.png">
            <a:extLst>
              <a:ext uri="{FF2B5EF4-FFF2-40B4-BE49-F238E27FC236}">
                <a16:creationId xmlns:a16="http://schemas.microsoft.com/office/drawing/2014/main" id="{769E1929-9882-3B13-D8EA-7812150208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8648" y="4852043"/>
            <a:ext cx="265176" cy="265176"/>
          </a:xfrm>
          <a:prstGeom prst="rect">
            <a:avLst/>
          </a:prstGeom>
        </p:spPr>
      </p:pic>
      <p:sp>
        <p:nvSpPr>
          <p:cNvPr id="45" name="Text 24">
            <a:extLst>
              <a:ext uri="{FF2B5EF4-FFF2-40B4-BE49-F238E27FC236}">
                <a16:creationId xmlns:a16="http://schemas.microsoft.com/office/drawing/2014/main" id="{FA98ACC4-F2F9-E366-202C-B9CBC8C50D71}"/>
              </a:ext>
            </a:extLst>
          </p:cNvPr>
          <p:cNvSpPr/>
          <p:nvPr/>
        </p:nvSpPr>
        <p:spPr>
          <a:xfrm>
            <a:off x="1369776" y="5309243"/>
            <a:ext cx="2218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FastSAM</a:t>
            </a:r>
            <a:endParaRPr lang="en-US" sz="1450" dirty="0"/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46917664-7D9D-72D1-C1EF-8573E19CADDD}"/>
              </a:ext>
            </a:extLst>
          </p:cNvPr>
          <p:cNvSpPr/>
          <p:nvPr/>
        </p:nvSpPr>
        <p:spPr>
          <a:xfrm>
            <a:off x="1369776" y="5702435"/>
            <a:ext cx="221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individual food items on the plate.</a:t>
            </a:r>
            <a:endParaRPr lang="en-US" sz="1050" dirty="0"/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9E413160-712F-AA88-1383-EC8D7545B4E9}"/>
              </a:ext>
            </a:extLst>
          </p:cNvPr>
          <p:cNvSpPr/>
          <p:nvPr/>
        </p:nvSpPr>
        <p:spPr>
          <a:xfrm>
            <a:off x="4907136" y="4538750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B6E33207-3298-098D-0931-3B187DA1CE77}"/>
              </a:ext>
            </a:extLst>
          </p:cNvPr>
          <p:cNvSpPr/>
          <p:nvPr/>
        </p:nvSpPr>
        <p:spPr>
          <a:xfrm>
            <a:off x="5108304" y="4739918"/>
            <a:ext cx="502920" cy="50292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9" name="Image 7" descr="preencoded.png">
            <a:extLst>
              <a:ext uri="{FF2B5EF4-FFF2-40B4-BE49-F238E27FC236}">
                <a16:creationId xmlns:a16="http://schemas.microsoft.com/office/drawing/2014/main" id="{B225716A-2534-A039-7928-26F2FBA1C4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27176" y="4858790"/>
            <a:ext cx="265176" cy="265176"/>
          </a:xfrm>
          <a:prstGeom prst="rect">
            <a:avLst/>
          </a:prstGeom>
        </p:spPr>
      </p:pic>
      <p:sp>
        <p:nvSpPr>
          <p:cNvPr id="50" name="Text 28">
            <a:extLst>
              <a:ext uri="{FF2B5EF4-FFF2-40B4-BE49-F238E27FC236}">
                <a16:creationId xmlns:a16="http://schemas.microsoft.com/office/drawing/2014/main" id="{21593FDF-2F9F-F2E8-40CE-92ADB386460E}"/>
              </a:ext>
            </a:extLst>
          </p:cNvPr>
          <p:cNvSpPr/>
          <p:nvPr/>
        </p:nvSpPr>
        <p:spPr>
          <a:xfrm>
            <a:off x="5108304" y="5315990"/>
            <a:ext cx="2218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</a:t>
            </a:r>
            <a:endParaRPr lang="en-US" sz="1450" dirty="0"/>
          </a:p>
        </p:txBody>
      </p:sp>
      <p:sp>
        <p:nvSpPr>
          <p:cNvPr id="51" name="Text 29">
            <a:extLst>
              <a:ext uri="{FF2B5EF4-FFF2-40B4-BE49-F238E27FC236}">
                <a16:creationId xmlns:a16="http://schemas.microsoft.com/office/drawing/2014/main" id="{CED4740D-7E1B-CEAA-19BE-6D71B6371758}"/>
              </a:ext>
            </a:extLst>
          </p:cNvPr>
          <p:cNvSpPr/>
          <p:nvPr/>
        </p:nvSpPr>
        <p:spPr>
          <a:xfrm>
            <a:off x="5108304" y="5709182"/>
            <a:ext cx="221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/ filters food classes by semantic similarity.</a:t>
            </a:r>
            <a:endParaRPr lang="en-US" sz="1050" dirty="0"/>
          </a:p>
        </p:txBody>
      </p:sp>
      <p:sp>
        <p:nvSpPr>
          <p:cNvPr id="52" name="Shape 30">
            <a:extLst>
              <a:ext uri="{FF2B5EF4-FFF2-40B4-BE49-F238E27FC236}">
                <a16:creationId xmlns:a16="http://schemas.microsoft.com/office/drawing/2014/main" id="{5C0B347E-7423-B264-43BE-1D326F7B47C9}"/>
              </a:ext>
            </a:extLst>
          </p:cNvPr>
          <p:cNvSpPr/>
          <p:nvPr/>
        </p:nvSpPr>
        <p:spPr>
          <a:xfrm>
            <a:off x="8645664" y="4520169"/>
            <a:ext cx="2621280" cy="1600200"/>
          </a:xfrm>
          <a:prstGeom prst="roundRect">
            <a:avLst>
              <a:gd name="adj" fmla="val 4571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75FECF52-4165-824D-1B10-D64592D470FB}"/>
              </a:ext>
            </a:extLst>
          </p:cNvPr>
          <p:cNvSpPr/>
          <p:nvPr/>
        </p:nvSpPr>
        <p:spPr>
          <a:xfrm>
            <a:off x="8846832" y="4721337"/>
            <a:ext cx="502920" cy="502920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4" name="Image 8" descr="preencoded.png">
            <a:extLst>
              <a:ext uri="{FF2B5EF4-FFF2-40B4-BE49-F238E27FC236}">
                <a16:creationId xmlns:a16="http://schemas.microsoft.com/office/drawing/2014/main" id="{E1265CC7-49B1-7E6D-436D-AC9FED19644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5704" y="4840209"/>
            <a:ext cx="265176" cy="265176"/>
          </a:xfrm>
          <a:prstGeom prst="rect">
            <a:avLst/>
          </a:prstGeom>
        </p:spPr>
      </p:pic>
      <p:sp>
        <p:nvSpPr>
          <p:cNvPr id="55" name="Text 32">
            <a:extLst>
              <a:ext uri="{FF2B5EF4-FFF2-40B4-BE49-F238E27FC236}">
                <a16:creationId xmlns:a16="http://schemas.microsoft.com/office/drawing/2014/main" id="{A8EA72AB-B219-5506-4852-1E59922C8B43}"/>
              </a:ext>
            </a:extLst>
          </p:cNvPr>
          <p:cNvSpPr/>
          <p:nvPr/>
        </p:nvSpPr>
        <p:spPr>
          <a:xfrm>
            <a:off x="8846832" y="5297409"/>
            <a:ext cx="22189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</a:t>
            </a:r>
            <a:endParaRPr lang="en-US" sz="1450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EA88B68E-854E-0B9A-D7D3-13B3237A9F87}"/>
              </a:ext>
            </a:extLst>
          </p:cNvPr>
          <p:cNvSpPr/>
          <p:nvPr/>
        </p:nvSpPr>
        <p:spPr>
          <a:xfrm>
            <a:off x="8846832" y="5690601"/>
            <a:ext cx="2218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fallback using area_cm2, height_cm, area_x_height.</a:t>
            </a:r>
            <a:endParaRPr lang="en-US" sz="1050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1E06F2D-3AC2-69EE-847F-E7AC021C2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 b="1">
                <a:ea typeface="+mn-lt"/>
                <a:cs typeface="+mn-lt"/>
              </a:rPr>
              <a:t>Lukas Lommer &amp; Polina Kochmar</a:t>
            </a:r>
            <a:endParaRPr lang="it-IT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51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03C69-AFA8-7152-E960-851FD0FB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18" y="301185"/>
            <a:ext cx="6844385" cy="1107996"/>
          </a:xfrm>
        </p:spPr>
        <p:txBody>
          <a:bodyPr/>
          <a:lstStyle/>
          <a:p>
            <a:r>
              <a:rPr lang="en-US" sz="32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Results</a:t>
            </a:r>
            <a:br>
              <a:rPr lang="en-US" sz="3200" dirty="0"/>
            </a:br>
            <a:br>
              <a:rPr lang="en-US" sz="2400" dirty="0"/>
            </a:br>
            <a:endParaRPr lang="en-U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2D04E-49E6-3C24-E45F-B13730144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92807-33AB-084C-9F58-F30549B51F1E}" type="datetime4">
              <a:rPr lang="de-DE" smtClean="0"/>
              <a:t>26. Juni 2026</a:t>
            </a:fld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5DD82A-5A66-E54A-6F37-36AA75FD2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9F9DF-37BD-4CD6-BF49-65BA579E1D7A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A30905B0-5838-B212-92B3-D9EFF2CFFA82}"/>
              </a:ext>
            </a:extLst>
          </p:cNvPr>
          <p:cNvSpPr/>
          <p:nvPr/>
        </p:nvSpPr>
        <p:spPr>
          <a:xfrm>
            <a:off x="518318" y="1409181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works, but performance depends strongly on image quality and viewpoint.</a:t>
            </a:r>
            <a:endParaRPr lang="en-US" sz="14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D7DF5CDB-06ED-48A6-E7F2-4942630E82AE}"/>
              </a:ext>
            </a:extLst>
          </p:cNvPr>
          <p:cNvSpPr/>
          <p:nvPr/>
        </p:nvSpPr>
        <p:spPr>
          <a:xfrm>
            <a:off x="586552" y="1854117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00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8AC3A0BF-7372-C862-D641-D566BC4FF95F}"/>
              </a:ext>
            </a:extLst>
          </p:cNvPr>
          <p:cNvSpPr/>
          <p:nvPr/>
        </p:nvSpPr>
        <p:spPr>
          <a:xfrm>
            <a:off x="518318" y="2323580"/>
            <a:ext cx="5469732" cy="3433261"/>
          </a:xfrm>
          <a:prstGeom prst="roundRect">
            <a:avLst>
              <a:gd name="adj" fmla="val 3137"/>
            </a:avLst>
          </a:prstGeom>
          <a:solidFill>
            <a:srgbClr val="F2F4F8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B59B3EB7-37FD-3D8F-E5A5-6111316DAEA6}"/>
              </a:ext>
            </a:extLst>
          </p:cNvPr>
          <p:cNvSpPr/>
          <p:nvPr/>
        </p:nvSpPr>
        <p:spPr>
          <a:xfrm>
            <a:off x="774350" y="2488173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by validation strategy</a:t>
            </a:r>
            <a:endParaRPr lang="en-US" sz="16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2A2CFAB5-CD78-8B9F-40FD-B28AF145D1C5}"/>
              </a:ext>
            </a:extLst>
          </p:cNvPr>
          <p:cNvSpPr/>
          <p:nvPr/>
        </p:nvSpPr>
        <p:spPr>
          <a:xfrm>
            <a:off x="800136" y="4890143"/>
            <a:ext cx="4578688" cy="29470"/>
          </a:xfrm>
          <a:prstGeom prst="line">
            <a:avLst/>
          </a:prstGeom>
          <a:noFill/>
          <a:ln w="12700">
            <a:solidFill>
              <a:srgbClr val="C9CFDA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3FC7F2FC-E613-7A85-4A87-1D1DDEE0E669}"/>
              </a:ext>
            </a:extLst>
          </p:cNvPr>
          <p:cNvSpPr/>
          <p:nvPr/>
        </p:nvSpPr>
        <p:spPr>
          <a:xfrm>
            <a:off x="1782536" y="4104216"/>
            <a:ext cx="914400" cy="785927"/>
          </a:xfrm>
          <a:prstGeom prst="rect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EB34D33A-7D5B-93DB-D9CA-5D086A184EA2}"/>
              </a:ext>
            </a:extLst>
          </p:cNvPr>
          <p:cNvSpPr/>
          <p:nvPr/>
        </p:nvSpPr>
        <p:spPr>
          <a:xfrm>
            <a:off x="1599656" y="38116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19.1%</a:t>
            </a:r>
            <a:endParaRPr lang="en-US" sz="1600" dirty="0"/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74271F24-625F-85BA-E69A-4D15DFCBC8E2}"/>
              </a:ext>
            </a:extLst>
          </p:cNvPr>
          <p:cNvSpPr/>
          <p:nvPr/>
        </p:nvSpPr>
        <p:spPr>
          <a:xfrm>
            <a:off x="1615122" y="5191895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KFold</a:t>
            </a:r>
            <a:endParaRPr lang="en-US" sz="1250" dirty="0"/>
          </a:p>
        </p:txBody>
      </p:sp>
      <p:sp>
        <p:nvSpPr>
          <p:cNvPr id="30" name="Shape 11">
            <a:extLst>
              <a:ext uri="{FF2B5EF4-FFF2-40B4-BE49-F238E27FC236}">
                <a16:creationId xmlns:a16="http://schemas.microsoft.com/office/drawing/2014/main" id="{FB8BAFC8-AAD5-2F24-F7F8-BAFE53AA1CB8}"/>
              </a:ext>
            </a:extLst>
          </p:cNvPr>
          <p:cNvSpPr/>
          <p:nvPr/>
        </p:nvSpPr>
        <p:spPr>
          <a:xfrm>
            <a:off x="3602597" y="3824860"/>
            <a:ext cx="914400" cy="1078078"/>
          </a:xfrm>
          <a:prstGeom prst="rect">
            <a:avLst/>
          </a:prstGeom>
          <a:solidFill>
            <a:srgbClr val="A619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320C757F-22BE-91B2-1305-1FFF93E6964E}"/>
              </a:ext>
            </a:extLst>
          </p:cNvPr>
          <p:cNvSpPr/>
          <p:nvPr/>
        </p:nvSpPr>
        <p:spPr>
          <a:xfrm>
            <a:off x="3463619" y="350315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26.2%</a:t>
            </a:r>
            <a:endParaRPr lang="en-US" sz="160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B6FF7662-2FEE-6C9F-B3D4-48A01AB5C8D1}"/>
              </a:ext>
            </a:extLst>
          </p:cNvPr>
          <p:cNvSpPr/>
          <p:nvPr/>
        </p:nvSpPr>
        <p:spPr>
          <a:xfrm>
            <a:off x="3336611" y="5146203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food type)</a:t>
            </a:r>
            <a:endParaRPr lang="en-US" sz="115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D02F9921-CAD8-790F-489E-B24C85311518}"/>
              </a:ext>
            </a:extLst>
          </p:cNvPr>
          <p:cNvSpPr/>
          <p:nvPr/>
        </p:nvSpPr>
        <p:spPr>
          <a:xfrm>
            <a:off x="6870708" y="193827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34" name="Shape 16">
            <a:extLst>
              <a:ext uri="{FF2B5EF4-FFF2-40B4-BE49-F238E27FC236}">
                <a16:creationId xmlns:a16="http://schemas.microsoft.com/office/drawing/2014/main" id="{02DEAFD9-FBB5-3D32-387B-1FA20C6DBB69}"/>
              </a:ext>
            </a:extLst>
          </p:cNvPr>
          <p:cNvSpPr/>
          <p:nvPr/>
        </p:nvSpPr>
        <p:spPr>
          <a:xfrm>
            <a:off x="6870708" y="2584150"/>
            <a:ext cx="4532395" cy="613175"/>
          </a:xfrm>
          <a:prstGeom prst="roundRect">
            <a:avLst>
              <a:gd name="adj" fmla="val 9677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7343DEBD-0F8A-7082-1783-0DEB7F937319}"/>
              </a:ext>
            </a:extLst>
          </p:cNvPr>
          <p:cNvSpPr/>
          <p:nvPr/>
        </p:nvSpPr>
        <p:spPr>
          <a:xfrm>
            <a:off x="6998725" y="2680197"/>
            <a:ext cx="384048" cy="384048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5C2D8307-C96E-9237-072C-2577A8A43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1021" y="2762493"/>
            <a:ext cx="219456" cy="219456"/>
          </a:xfrm>
          <a:prstGeom prst="rect">
            <a:avLst/>
          </a:prstGeom>
        </p:spPr>
      </p:pic>
      <p:sp>
        <p:nvSpPr>
          <p:cNvPr id="37" name="Text 18">
            <a:extLst>
              <a:ext uri="{FF2B5EF4-FFF2-40B4-BE49-F238E27FC236}">
                <a16:creationId xmlns:a16="http://schemas.microsoft.com/office/drawing/2014/main" id="{0D4637CD-9D31-C66F-71C6-986700E49383}"/>
              </a:ext>
            </a:extLst>
          </p:cNvPr>
          <p:cNvSpPr/>
          <p:nvPr/>
        </p:nvSpPr>
        <p:spPr>
          <a:xfrm>
            <a:off x="7510790" y="258415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quality</a:t>
            </a:r>
            <a:endParaRPr lang="en-US" sz="1600" dirty="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A9FC022B-144E-5FE2-2A1F-ABDE23785215}"/>
              </a:ext>
            </a:extLst>
          </p:cNvPr>
          <p:cNvSpPr/>
          <p:nvPr/>
        </p:nvSpPr>
        <p:spPr>
          <a:xfrm>
            <a:off x="6870708" y="3512758"/>
            <a:ext cx="4532396" cy="650500"/>
          </a:xfrm>
          <a:prstGeom prst="roundRect">
            <a:avLst>
              <a:gd name="adj" fmla="val 9677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81D4CEBD-0B8E-54FF-8C8D-674FCB36275E}"/>
              </a:ext>
            </a:extLst>
          </p:cNvPr>
          <p:cNvSpPr/>
          <p:nvPr/>
        </p:nvSpPr>
        <p:spPr>
          <a:xfrm>
            <a:off x="6998725" y="3645967"/>
            <a:ext cx="384048" cy="384048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0" name="Image 1" descr="preencoded.png">
            <a:extLst>
              <a:ext uri="{FF2B5EF4-FFF2-40B4-BE49-F238E27FC236}">
                <a16:creationId xmlns:a16="http://schemas.microsoft.com/office/drawing/2014/main" id="{19B22444-AB69-0B02-72DD-BCC4BD433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1021" y="3728263"/>
            <a:ext cx="219456" cy="219456"/>
          </a:xfrm>
          <a:prstGeom prst="rect">
            <a:avLst/>
          </a:prstGeom>
        </p:spPr>
      </p:pic>
      <p:sp>
        <p:nvSpPr>
          <p:cNvPr id="41" name="Text 21">
            <a:extLst>
              <a:ext uri="{FF2B5EF4-FFF2-40B4-BE49-F238E27FC236}">
                <a16:creationId xmlns:a16="http://schemas.microsoft.com/office/drawing/2014/main" id="{7F3972DB-2A7F-A90A-5143-3FB6F9BAF95B}"/>
              </a:ext>
            </a:extLst>
          </p:cNvPr>
          <p:cNvSpPr/>
          <p:nvPr/>
        </p:nvSpPr>
        <p:spPr>
          <a:xfrm>
            <a:off x="7687467" y="355454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errors</a:t>
            </a:r>
            <a:endParaRPr lang="en-US" sz="160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57F870FD-BD92-95FB-9D24-428D83D042F1}"/>
              </a:ext>
            </a:extLst>
          </p:cNvPr>
          <p:cNvSpPr/>
          <p:nvPr/>
        </p:nvSpPr>
        <p:spPr>
          <a:xfrm>
            <a:off x="6870709" y="4478691"/>
            <a:ext cx="4532396" cy="640193"/>
          </a:xfrm>
          <a:prstGeom prst="roundRect">
            <a:avLst>
              <a:gd name="adj" fmla="val 9677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7358AF16-CC15-3344-1A4B-783A841441D4}"/>
              </a:ext>
            </a:extLst>
          </p:cNvPr>
          <p:cNvSpPr/>
          <p:nvPr/>
        </p:nvSpPr>
        <p:spPr>
          <a:xfrm>
            <a:off x="6998725" y="4601186"/>
            <a:ext cx="384048" cy="384048"/>
          </a:xfrm>
          <a:prstGeom prst="ellipse">
            <a:avLst/>
          </a:prstGeom>
          <a:solidFill>
            <a:srgbClr val="13265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7EFDE517-E2C4-57C4-2417-6DBBE0801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021" y="4683482"/>
            <a:ext cx="219456" cy="219456"/>
          </a:xfrm>
          <a:prstGeom prst="rect">
            <a:avLst/>
          </a:prstGeom>
        </p:spPr>
      </p:pic>
      <p:sp>
        <p:nvSpPr>
          <p:cNvPr id="45" name="Text 24">
            <a:extLst>
              <a:ext uri="{FF2B5EF4-FFF2-40B4-BE49-F238E27FC236}">
                <a16:creationId xmlns:a16="http://schemas.microsoft.com/office/drawing/2014/main" id="{23CB165C-C97D-E445-5265-1F22205C6664}"/>
              </a:ext>
            </a:extLst>
          </p:cNvPr>
          <p:cNvSpPr/>
          <p:nvPr/>
        </p:nvSpPr>
        <p:spPr>
          <a:xfrm>
            <a:off x="7559566" y="450974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32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estimation</a:t>
            </a:r>
            <a:endParaRPr lang="en-US" sz="1600" dirty="0"/>
          </a:p>
        </p:txBody>
      </p:sp>
      <p:sp>
        <p:nvSpPr>
          <p:cNvPr id="46" name="Shape 25">
            <a:extLst>
              <a:ext uri="{FF2B5EF4-FFF2-40B4-BE49-F238E27FC236}">
                <a16:creationId xmlns:a16="http://schemas.microsoft.com/office/drawing/2014/main" id="{05B32EFF-4F8E-96D6-E283-E6D5E619081B}"/>
              </a:ext>
            </a:extLst>
          </p:cNvPr>
          <p:cNvSpPr/>
          <p:nvPr/>
        </p:nvSpPr>
        <p:spPr>
          <a:xfrm>
            <a:off x="6870708" y="5338227"/>
            <a:ext cx="4532397" cy="793632"/>
          </a:xfrm>
          <a:prstGeom prst="roundRect">
            <a:avLst>
              <a:gd name="adj" fmla="val 9677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82F8E5B6-3EF0-2659-F9CE-D2AE452F259B}"/>
              </a:ext>
            </a:extLst>
          </p:cNvPr>
          <p:cNvSpPr/>
          <p:nvPr/>
        </p:nvSpPr>
        <p:spPr>
          <a:xfrm>
            <a:off x="6998725" y="5557683"/>
            <a:ext cx="384048" cy="384048"/>
          </a:xfrm>
          <a:prstGeom prst="ellipse">
            <a:avLst/>
          </a:prstGeom>
          <a:solidFill>
            <a:srgbClr val="FBEAEA"/>
          </a:solidFill>
          <a:ln w="19050">
            <a:solidFill>
              <a:srgbClr val="A6192E"/>
            </a:solidFill>
            <a:prstDash val="solid"/>
          </a:ln>
        </p:spPr>
        <p:txBody>
          <a:bodyPr/>
          <a:lstStyle/>
          <a:p>
            <a:endParaRPr lang="en-UA"/>
          </a:p>
        </p:txBody>
      </p:sp>
      <p:pic>
        <p:nvPicPr>
          <p:cNvPr id="48" name="Image 3" descr="preencoded.png">
            <a:extLst>
              <a:ext uri="{FF2B5EF4-FFF2-40B4-BE49-F238E27FC236}">
                <a16:creationId xmlns:a16="http://schemas.microsoft.com/office/drawing/2014/main" id="{3D0D0042-E8BE-50E4-FA92-8D28C0DCAA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1021" y="5639979"/>
            <a:ext cx="219456" cy="219456"/>
          </a:xfrm>
          <a:prstGeom prst="rect">
            <a:avLst/>
          </a:prstGeom>
        </p:spPr>
      </p:pic>
      <p:sp>
        <p:nvSpPr>
          <p:cNvPr id="49" name="Text 27">
            <a:extLst>
              <a:ext uri="{FF2B5EF4-FFF2-40B4-BE49-F238E27FC236}">
                <a16:creationId xmlns:a16="http://schemas.microsoft.com/office/drawing/2014/main" id="{2E9E093E-F259-F8D1-8556-24BEDD33FC0A}"/>
              </a:ext>
            </a:extLst>
          </p:cNvPr>
          <p:cNvSpPr/>
          <p:nvPr/>
        </p:nvSpPr>
        <p:spPr>
          <a:xfrm>
            <a:off x="7510790" y="5448819"/>
            <a:ext cx="364489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volume without side image</a:t>
            </a:r>
            <a:endParaRPr lang="en-US" sz="1600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C519A86-EABE-E34F-08B5-8CEE883D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8319" y="6634666"/>
            <a:ext cx="5469732" cy="123111"/>
          </a:xfrm>
        </p:spPr>
        <p:txBody>
          <a:bodyPr/>
          <a:lstStyle/>
          <a:p>
            <a:r>
              <a:rPr lang="de-DE" b="1">
                <a:ea typeface="+mn-lt"/>
                <a:cs typeface="+mn-lt"/>
              </a:rPr>
              <a:t>Lukas Lommer &amp; Polina Kochmar</a:t>
            </a:r>
            <a:endParaRPr lang="it-IT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819104"/>
      </p:ext>
    </p:extLst>
  </p:cSld>
  <p:clrMapOvr>
    <a:masterClrMapping/>
  </p:clrMapOvr>
</p:sld>
</file>

<file path=ppt/theme/theme1.xml><?xml version="1.0" encoding="utf-8"?>
<a:theme xmlns:a="http://schemas.openxmlformats.org/drawingml/2006/main" name="FAU - Wirtschafts- und Sozialwissenschaften">
  <a:themeElements>
    <a:clrScheme name="FAU - Rot">
      <a:dk1>
        <a:sysClr val="windowText" lastClr="000000"/>
      </a:dk1>
      <a:lt1>
        <a:srgbClr val="FFFFFF"/>
      </a:lt1>
      <a:dk2>
        <a:srgbClr val="C50F3C"/>
      </a:dk2>
      <a:lt2>
        <a:srgbClr val="FFFFFF"/>
      </a:lt2>
      <a:accent1>
        <a:srgbClr val="7F7F7F"/>
      </a:accent1>
      <a:accent2>
        <a:srgbClr val="662938"/>
      </a:accent2>
      <a:accent3>
        <a:srgbClr val="971B2F"/>
      </a:accent3>
      <a:accent4>
        <a:srgbClr val="C50F3C"/>
      </a:accent4>
      <a:accent5>
        <a:srgbClr val="EBCCB7"/>
      </a:accent5>
      <a:accent6>
        <a:srgbClr val="C7C7C7"/>
      </a:accent6>
      <a:hlink>
        <a:srgbClr val="971B2F"/>
      </a:hlink>
      <a:folHlink>
        <a:srgbClr val="000000"/>
      </a:folHlink>
    </a:clrScheme>
    <a:fontScheme name="FA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80000" tIns="180000" rIns="180000" bIns="180000" rtlCol="0" anchor="ctr"/>
      <a:lstStyle>
        <a:defPPr marL="0" marR="0" indent="0" algn="ctr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1200"/>
          </a:spcAft>
          <a:buClrTx/>
          <a:buSzTx/>
          <a:buFont typeface="Arial" panose="020B0604020202020204" pitchFamily="34" charset="0"/>
          <a:buNone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Arial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579063-A1CB-4445-8F6D-83E2273A52F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c1ca03af-e18f-452b-9368-684705dbb10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D5620EC9DC3BAC4D8B20F9A82957A957" ma:contentTypeVersion="8" ma:contentTypeDescription="Ein neues Dokument erstellen." ma:contentTypeScope="" ma:versionID="0e17bd01eb9f13f3fe1cfaf715f71b3d">
  <xsd:schema xmlns:xsd="http://www.w3.org/2001/XMLSchema" xmlns:xs="http://www.w3.org/2001/XMLSchema" xmlns:p="http://schemas.microsoft.com/office/2006/metadata/properties" xmlns:ns2="5cb36d9e-12c2-49e8-923d-f39da3795215" targetNamespace="http://schemas.microsoft.com/office/2006/metadata/properties" ma:root="true" ma:fieldsID="83445ca1770ba9007debd9fd0ba49603" ns2:_="">
    <xsd:import namespace="5cb36d9e-12c2-49e8-923d-f39da3795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b36d9e-12c2-49e8-923d-f39da3795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1A7FE3-81F7-4596-A188-3EE8D4188E1F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5cb36d9e-12c2-49e8-923d-f39da3795215"/>
    <ds:schemaRef ds:uri="http://schemas.microsoft.com/office/infopath/2007/PartnerControl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12487FF-1420-461B-8A91-F4CCB05476F5}">
  <ds:schemaRefs>
    <ds:schemaRef ds:uri="5cb36d9e-12c2-49e8-923d-f39da37952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457329C-FB5F-4A4D-B331-82D30E9A7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4417</TotalTime>
  <Words>271</Words>
  <Application>Microsoft Office PowerPoint</Application>
  <PresentationFormat>Widescreen</PresentationFormat>
  <Paragraphs>69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FAU - Wirtschafts- und Sozialwissenschaften</vt:lpstr>
      <vt:lpstr>Food Volume &amp; Calorie Estimation</vt:lpstr>
      <vt:lpstr>PowerPoint Presentation</vt:lpstr>
      <vt:lpstr>Input Data &amp; Challenge  </vt:lpstr>
      <vt:lpstr>CRISP-DM Pipeline  </vt:lpstr>
      <vt:lpstr>Evaluation Results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Willkommen</dc:title>
  <dc:creator>Julia Gutschmidt</dc:creator>
  <cp:lastModifiedBy>Kochmar, Polina</cp:lastModifiedBy>
  <cp:revision>35</cp:revision>
  <dcterms:created xsi:type="dcterms:W3CDTF">2021-11-18T07:49:57Z</dcterms:created>
  <dcterms:modified xsi:type="dcterms:W3CDTF">2026-06-26T08:38:09Z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0x010100D5620EC9DC3BAC4D8B20F9A82957A957</vt:lpwstr>
  </property>
</Properties>
</file>